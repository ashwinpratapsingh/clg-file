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26"/>
  </p:notesMasterIdLst>
  <p:handoutMasterIdLst>
    <p:handoutMasterId r:id="rId27"/>
  </p:handoutMasterIdLst>
  <p:sldIdLst>
    <p:sldId id="390" r:id="rId5"/>
    <p:sldId id="391" r:id="rId6"/>
    <p:sldId id="382" r:id="rId7"/>
    <p:sldId id="401" r:id="rId8"/>
    <p:sldId id="392" r:id="rId9"/>
    <p:sldId id="393" r:id="rId10"/>
    <p:sldId id="394" r:id="rId11"/>
    <p:sldId id="395" r:id="rId12"/>
    <p:sldId id="396" r:id="rId13"/>
    <p:sldId id="402" r:id="rId14"/>
    <p:sldId id="399" r:id="rId15"/>
    <p:sldId id="397" r:id="rId16"/>
    <p:sldId id="403" r:id="rId17"/>
    <p:sldId id="398" r:id="rId18"/>
    <p:sldId id="404" r:id="rId19"/>
    <p:sldId id="405" r:id="rId20"/>
    <p:sldId id="406" r:id="rId21"/>
    <p:sldId id="408" r:id="rId22"/>
    <p:sldId id="384" r:id="rId23"/>
    <p:sldId id="409" r:id="rId24"/>
    <p:sldId id="3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FDC0E-225F-5466-141A-74E78A805A5D}" v="162" dt="2025-11-08T13:18:05.405"/>
    <p1510:client id="{826B757C-7195-36E4-9976-158D7044BB2A}" v="122" dt="2025-11-08T12:52:42.344"/>
    <p1510:client id="{BB026A84-7FE0-A335-7970-1EFBEEC71FF8}" v="94" dt="2025-11-07T17:10:16.262"/>
    <p1510:client id="{C09A8A51-55CA-E47E-3AB6-7BF32790DFA7}" v="3231" dt="2025-11-06T19:55:22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388" autoAdjust="0"/>
  </p:normalViewPr>
  <p:slideViewPr>
    <p:cSldViewPr snapToGrid="0" showGuides="1">
      <p:cViewPr>
        <p:scale>
          <a:sx n="100" d="100"/>
          <a:sy n="100" d="100"/>
        </p:scale>
        <p:origin x="5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nt Saxena" userId="S::siddhant.25b01010054@abes.ac.in::f9e53f94-71e2-4937-b114-56d9beab4f3e" providerId="AD" clId="Web-{BB026A84-7FE0-A335-7970-1EFBEEC71FF8}"/>
    <pc:docChg chg="modSld modMainMaster">
      <pc:chgData name="Siddhant Saxena" userId="S::siddhant.25b01010054@abes.ac.in::f9e53f94-71e2-4937-b114-56d9beab4f3e" providerId="AD" clId="Web-{BB026A84-7FE0-A335-7970-1EFBEEC71FF8}" dt="2025-11-07T17:10:16.262" v="93"/>
      <pc:docMkLst>
        <pc:docMk/>
      </pc:docMkLst>
      <pc:sldChg chg="modSp 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1162829202" sldId="382"/>
        </pc:sldMkLst>
        <pc:spChg chg="mod">
          <ac:chgData name="Siddhant Saxena" userId="S::siddhant.25b01010054@abes.ac.in::f9e53f94-71e2-4937-b114-56d9beab4f3e" providerId="AD" clId="Web-{BB026A84-7FE0-A335-7970-1EFBEEC71FF8}" dt="2025-11-07T17:04:38.309" v="12" actId="20577"/>
          <ac:spMkLst>
            <pc:docMk/>
            <pc:sldMk cId="1162829202" sldId="382"/>
            <ac:spMk id="6" creationId="{6A1EECEA-D837-E96C-CC5D-8C8B986DA332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5:01.809" v="15" actId="20577"/>
          <ac:spMkLst>
            <pc:docMk/>
            <pc:sldMk cId="1162829202" sldId="382"/>
            <ac:spMk id="9" creationId="{2FFA0DAA-37F3-A33A-6A49-3568311D08A7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5:11.153" v="16" actId="20577"/>
          <ac:spMkLst>
            <pc:docMk/>
            <pc:sldMk cId="1162829202" sldId="382"/>
            <ac:spMk id="11" creationId="{06EADD7E-590E-81AB-52E8-354DDB041D1F}"/>
          </ac:spMkLst>
        </pc:spChg>
      </pc:sldChg>
      <pc:sldChg chg="modTransition">
        <pc:chgData name="Siddhant Saxena" userId="S::siddhant.25b01010054@abes.ac.in::f9e53f94-71e2-4937-b114-56d9beab4f3e" providerId="AD" clId="Web-{BB026A84-7FE0-A335-7970-1EFBEEC71FF8}" dt="2025-11-07T17:10:16.262" v="93"/>
        <pc:sldMkLst>
          <pc:docMk/>
          <pc:sldMk cId="237198946" sldId="384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10:07.136" v="83"/>
        <pc:sldMkLst>
          <pc:docMk/>
          <pc:sldMk cId="2899485134" sldId="387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1839146285" sldId="390"/>
        </pc:sldMkLst>
      </pc:sldChg>
      <pc:sldChg chg="modSp 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1182770380" sldId="391"/>
        </pc:sldMkLst>
        <pc:spChg chg="mod">
          <ac:chgData name="Siddhant Saxena" userId="S::siddhant.25b01010054@abes.ac.in::f9e53f94-71e2-4937-b114-56d9beab4f3e" providerId="AD" clId="Web-{BB026A84-7FE0-A335-7970-1EFBEEC71FF8}" dt="2025-11-07T17:03:24.933" v="1" actId="20577"/>
          <ac:spMkLst>
            <pc:docMk/>
            <pc:sldMk cId="1182770380" sldId="391"/>
            <ac:spMk id="7" creationId="{BF66A489-FCC1-3658-292A-16B4A30FD1A1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3:30.808" v="2" actId="20577"/>
          <ac:spMkLst>
            <pc:docMk/>
            <pc:sldMk cId="1182770380" sldId="391"/>
            <ac:spMk id="9" creationId="{B1FF71A8-D961-CB4F-9795-F8758BF12A5C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4:05.136" v="8" actId="20577"/>
          <ac:spMkLst>
            <pc:docMk/>
            <pc:sldMk cId="1182770380" sldId="391"/>
            <ac:spMk id="11" creationId="{7751A485-F544-D596-5424-567FA184101F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4:14.855" v="10" actId="20577"/>
          <ac:spMkLst>
            <pc:docMk/>
            <pc:sldMk cId="1182770380" sldId="391"/>
            <ac:spMk id="13" creationId="{8F83E5B7-9B7D-87EA-1CEC-61125AEE6178}"/>
          </ac:spMkLst>
        </pc:spChg>
        <pc:spChg chg="mod">
          <ac:chgData name="Siddhant Saxena" userId="S::siddhant.25b01010054@abes.ac.in::f9e53f94-71e2-4937-b114-56d9beab4f3e" providerId="AD" clId="Web-{BB026A84-7FE0-A335-7970-1EFBEEC71FF8}" dt="2025-11-07T17:03:51.136" v="6" actId="20577"/>
          <ac:spMkLst>
            <pc:docMk/>
            <pc:sldMk cId="1182770380" sldId="391"/>
            <ac:spMk id="15" creationId="{73040744-41AF-FF01-C87B-F212A811C184}"/>
          </ac:spMkLst>
        </pc:spChg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365595247" sldId="392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2139811016" sldId="393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2612204876" sldId="394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1645171800" sldId="395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3419355355" sldId="396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2460767364" sldId="397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597531349" sldId="398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798894470" sldId="399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3164096589" sldId="401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3074758247" sldId="402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3287678027" sldId="403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2980845433" sldId="404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2000792847" sldId="405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412142106" sldId="406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09:25.040" v="78"/>
        <pc:sldMkLst>
          <pc:docMk/>
          <pc:sldMk cId="415176759" sldId="408"/>
        </pc:sldMkLst>
      </pc:sldChg>
      <pc:sldChg chg="modTransition">
        <pc:chgData name="Siddhant Saxena" userId="S::siddhant.25b01010054@abes.ac.in::f9e53f94-71e2-4937-b114-56d9beab4f3e" providerId="AD" clId="Web-{BB026A84-7FE0-A335-7970-1EFBEEC71FF8}" dt="2025-11-07T17:10:11.246" v="88"/>
        <pc:sldMkLst>
          <pc:docMk/>
          <pc:sldMk cId="2347158535" sldId="409"/>
        </pc:sldMkLst>
      </pc:sldChg>
      <pc:sldMasterChg chg="modTransition modSldLayout">
        <pc:chgData name="Siddhant Saxena" userId="S::siddhant.25b01010054@abes.ac.in::f9e53f94-71e2-4937-b114-56d9beab4f3e" providerId="AD" clId="Web-{BB026A84-7FE0-A335-7970-1EFBEEC71FF8}" dt="2025-11-07T17:09:25.040" v="78"/>
        <pc:sldMasterMkLst>
          <pc:docMk/>
          <pc:sldMasterMk cId="68232827" sldId="2147483725"/>
        </pc:sldMasterMkLst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753164887" sldId="2147483742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473709145" sldId="2147483743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603767439" sldId="2147483744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120955189" sldId="2147483745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3542979423" sldId="2147483746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360012431" sldId="2147483747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372417665" sldId="2147483748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77690504" sldId="2147483749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1419208365" sldId="2147483750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1380372583" sldId="2147483751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1842760928" sldId="2147483752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46274276" sldId="2147483753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2726819564" sldId="2147483754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3581226826" sldId="2147483755"/>
          </pc:sldLayoutMkLst>
        </pc:sldLayoutChg>
        <pc:sldLayoutChg chg="modTransition">
          <pc:chgData name="Siddhant Saxena" userId="S::siddhant.25b01010054@abes.ac.in::f9e53f94-71e2-4937-b114-56d9beab4f3e" providerId="AD" clId="Web-{BB026A84-7FE0-A335-7970-1EFBEEC71FF8}" dt="2025-11-07T17:09:25.040" v="78"/>
          <pc:sldLayoutMkLst>
            <pc:docMk/>
            <pc:sldMasterMk cId="68232827" sldId="2147483725"/>
            <pc:sldLayoutMk cId="720533852" sldId="2147483756"/>
          </pc:sldLayoutMkLst>
        </pc:sldLayoutChg>
      </pc:sldMasterChg>
    </pc:docChg>
  </pc:docChgLst>
  <pc:docChgLst>
    <pc:chgData name="Siddhant Saxena" userId="S::siddhant.25b01010054@abes.ac.in::f9e53f94-71e2-4937-b114-56d9beab4f3e" providerId="AD" clId="Web-{826B757C-7195-36E4-9976-158D7044BB2A}"/>
    <pc:docChg chg="modSld modMainMaster">
      <pc:chgData name="Siddhant Saxena" userId="S::siddhant.25b01010054@abes.ac.in::f9e53f94-71e2-4937-b114-56d9beab4f3e" providerId="AD" clId="Web-{826B757C-7195-36E4-9976-158D7044BB2A}" dt="2025-11-08T12:52:42.344" v="120"/>
      <pc:docMkLst>
        <pc:docMk/>
      </pc:docMkLst>
      <pc:sldChg chg="delSp modTransition">
        <pc:chgData name="Siddhant Saxena" userId="S::siddhant.25b01010054@abes.ac.in::f9e53f94-71e2-4937-b114-56d9beab4f3e" providerId="AD" clId="Web-{826B757C-7195-36E4-9976-158D7044BB2A}" dt="2025-11-08T12:47:38.070" v="92"/>
        <pc:sldMkLst>
          <pc:docMk/>
          <pc:sldMk cId="1162829202" sldId="382"/>
        </pc:sldMkLst>
        <pc:spChg chg="del">
          <ac:chgData name="Siddhant Saxena" userId="S::siddhant.25b01010054@abes.ac.in::f9e53f94-71e2-4937-b114-56d9beab4f3e" providerId="AD" clId="Web-{826B757C-7195-36E4-9976-158D7044BB2A}" dt="2025-11-08T12:47:38.070" v="92"/>
          <ac:spMkLst>
            <pc:docMk/>
            <pc:sldMk cId="1162829202" sldId="382"/>
            <ac:spMk id="13" creationId="{057039E5-2916-97DA-297D-8FEA442FE1D7}"/>
          </ac:spMkLst>
        </pc:spChg>
      </pc:sldChg>
      <pc:sldChg chg="modTransition">
        <pc:chgData name="Siddhant Saxena" userId="S::siddhant.25b01010054@abes.ac.in::f9e53f94-71e2-4937-b114-56d9beab4f3e" providerId="AD" clId="Web-{826B757C-7195-36E4-9976-158D7044BB2A}" dt="2025-11-08T12:52:26.953" v="101"/>
        <pc:sldMkLst>
          <pc:docMk/>
          <pc:sldMk cId="237198946" sldId="384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52:34.234" v="110"/>
        <pc:sldMkLst>
          <pc:docMk/>
          <pc:sldMk cId="2899485134" sldId="387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33.085" v="67"/>
        <pc:sldMkLst>
          <pc:docMk/>
          <pc:sldMk cId="1839146285" sldId="390"/>
        </pc:sldMkLst>
      </pc:sldChg>
      <pc:sldChg chg="delSp modSp modTransition">
        <pc:chgData name="Siddhant Saxena" userId="S::siddhant.25b01010054@abes.ac.in::f9e53f94-71e2-4937-b114-56d9beab4f3e" providerId="AD" clId="Web-{826B757C-7195-36E4-9976-158D7044BB2A}" dt="2025-11-08T12:47:32.258" v="91"/>
        <pc:sldMkLst>
          <pc:docMk/>
          <pc:sldMk cId="1182770380" sldId="391"/>
        </pc:sldMkLst>
        <pc:spChg chg="del">
          <ac:chgData name="Siddhant Saxena" userId="S::siddhant.25b01010054@abes.ac.in::f9e53f94-71e2-4937-b114-56d9beab4f3e" providerId="AD" clId="Web-{826B757C-7195-36E4-9976-158D7044BB2A}" dt="2025-11-08T12:47:32.258" v="91"/>
          <ac:spMkLst>
            <pc:docMk/>
            <pc:sldMk cId="1182770380" sldId="391"/>
            <ac:spMk id="4" creationId="{0E11282C-B351-D3BD-A6CC-22B10B2606AF}"/>
          </ac:spMkLst>
        </pc:spChg>
        <pc:picChg chg="mod modCrop">
          <ac:chgData name="Siddhant Saxena" userId="S::siddhant.25b01010054@abes.ac.in::f9e53f94-71e2-4937-b114-56d9beab4f3e" providerId="AD" clId="Web-{826B757C-7195-36E4-9976-158D7044BB2A}" dt="2025-11-08T12:47:18.414" v="90"/>
          <ac:picMkLst>
            <pc:docMk/>
            <pc:sldMk cId="1182770380" sldId="391"/>
            <ac:picMk id="16" creationId="{7CA67EA2-7A53-8D31-0704-24ACC4F42799}"/>
          </ac:picMkLst>
        </pc:picChg>
      </pc:sldChg>
      <pc:sldChg chg="modTransition">
        <pc:chgData name="Siddhant Saxena" userId="S::siddhant.25b01010054@abes.ac.in::f9e53f94-71e2-4937-b114-56d9beab4f3e" providerId="AD" clId="Web-{826B757C-7195-36E4-9976-158D7044BB2A}" dt="2025-11-08T12:45:39.163" v="69"/>
        <pc:sldMkLst>
          <pc:docMk/>
          <pc:sldMk cId="365595247" sldId="392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41.288" v="70"/>
        <pc:sldMkLst>
          <pc:docMk/>
          <pc:sldMk cId="2139811016" sldId="393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43.429" v="71"/>
        <pc:sldMkLst>
          <pc:docMk/>
          <pc:sldMk cId="2612204876" sldId="394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46.726" v="72"/>
        <pc:sldMkLst>
          <pc:docMk/>
          <pc:sldMk cId="1645171800" sldId="395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48.866" v="73"/>
        <pc:sldMkLst>
          <pc:docMk/>
          <pc:sldMk cId="3419355355" sldId="396"/>
        </pc:sldMkLst>
      </pc:sldChg>
      <pc:sldChg chg="delSp modTransition">
        <pc:chgData name="Siddhant Saxena" userId="S::siddhant.25b01010054@abes.ac.in::f9e53f94-71e2-4937-b114-56d9beab4f3e" providerId="AD" clId="Web-{826B757C-7195-36E4-9976-158D7044BB2A}" dt="2025-11-08T12:47:52.773" v="93"/>
        <pc:sldMkLst>
          <pc:docMk/>
          <pc:sldMk cId="2460767364" sldId="397"/>
        </pc:sldMkLst>
        <pc:spChg chg="del">
          <ac:chgData name="Siddhant Saxena" userId="S::siddhant.25b01010054@abes.ac.in::f9e53f94-71e2-4937-b114-56d9beab4f3e" providerId="AD" clId="Web-{826B757C-7195-36E4-9976-158D7044BB2A}" dt="2025-11-08T12:47:52.773" v="93"/>
          <ac:spMkLst>
            <pc:docMk/>
            <pc:sldMk cId="2460767364" sldId="397"/>
            <ac:spMk id="4" creationId="{7FDF4063-22BC-CDC6-8BA1-B8C7E84B8D51}"/>
          </ac:spMkLst>
        </pc:spChg>
      </pc:sldChg>
      <pc:sldChg chg="modTransition">
        <pc:chgData name="Siddhant Saxena" userId="S::siddhant.25b01010054@abes.ac.in::f9e53f94-71e2-4937-b114-56d9beab4f3e" providerId="AD" clId="Web-{826B757C-7195-36E4-9976-158D7044BB2A}" dt="2025-11-08T12:45:57.913" v="78"/>
        <pc:sldMkLst>
          <pc:docMk/>
          <pc:sldMk cId="597531349" sldId="398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52.413" v="75"/>
        <pc:sldMkLst>
          <pc:docMk/>
          <pc:sldMk cId="798894470" sldId="399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36.976" v="68"/>
        <pc:sldMkLst>
          <pc:docMk/>
          <pc:sldMk cId="3164096589" sldId="401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50.632" v="74"/>
        <pc:sldMkLst>
          <pc:docMk/>
          <pc:sldMk cId="3074758247" sldId="402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45:56.210" v="77"/>
        <pc:sldMkLst>
          <pc:docMk/>
          <pc:sldMk cId="3287678027" sldId="403"/>
        </pc:sldMkLst>
      </pc:sldChg>
      <pc:sldChg chg="delSp modTransition">
        <pc:chgData name="Siddhant Saxena" userId="S::siddhant.25b01010054@abes.ac.in::f9e53f94-71e2-4937-b114-56d9beab4f3e" providerId="AD" clId="Web-{826B757C-7195-36E4-9976-158D7044BB2A}" dt="2025-11-08T12:48:02.320" v="94"/>
        <pc:sldMkLst>
          <pc:docMk/>
          <pc:sldMk cId="2980845433" sldId="404"/>
        </pc:sldMkLst>
        <pc:spChg chg="del">
          <ac:chgData name="Siddhant Saxena" userId="S::siddhant.25b01010054@abes.ac.in::f9e53f94-71e2-4937-b114-56d9beab4f3e" providerId="AD" clId="Web-{826B757C-7195-36E4-9976-158D7044BB2A}" dt="2025-11-08T12:48:02.320" v="94"/>
          <ac:spMkLst>
            <pc:docMk/>
            <pc:sldMk cId="2980845433" sldId="404"/>
            <ac:spMk id="4" creationId="{79FB6285-9250-5E94-47A3-10284B821AE9}"/>
          </ac:spMkLst>
        </pc:spChg>
      </pc:sldChg>
      <pc:sldChg chg="modTransition">
        <pc:chgData name="Siddhant Saxena" userId="S::siddhant.25b01010054@abes.ac.in::f9e53f94-71e2-4937-b114-56d9beab4f3e" providerId="AD" clId="Web-{826B757C-7195-36E4-9976-158D7044BB2A}" dt="2025-11-08T12:46:01.820" v="80"/>
        <pc:sldMkLst>
          <pc:docMk/>
          <pc:sldMk cId="2000792847" sldId="405"/>
        </pc:sldMkLst>
      </pc:sldChg>
      <pc:sldChg chg="modTransition">
        <pc:chgData name="Siddhant Saxena" userId="S::siddhant.25b01010054@abes.ac.in::f9e53f94-71e2-4937-b114-56d9beab4f3e" providerId="AD" clId="Web-{826B757C-7195-36E4-9976-158D7044BB2A}" dt="2025-11-08T12:52:42.344" v="120"/>
        <pc:sldMkLst>
          <pc:docMk/>
          <pc:sldMk cId="412142106" sldId="406"/>
        </pc:sldMkLst>
      </pc:sldChg>
      <pc:sldChg chg="delSp modTransition">
        <pc:chgData name="Siddhant Saxena" userId="S::siddhant.25b01010054@abes.ac.in::f9e53f94-71e2-4937-b114-56d9beab4f3e" providerId="AD" clId="Web-{826B757C-7195-36E4-9976-158D7044BB2A}" dt="2025-11-08T12:52:37.969" v="115"/>
        <pc:sldMkLst>
          <pc:docMk/>
          <pc:sldMk cId="415176759" sldId="408"/>
        </pc:sldMkLst>
        <pc:spChg chg="del">
          <ac:chgData name="Siddhant Saxena" userId="S::siddhant.25b01010054@abes.ac.in::f9e53f94-71e2-4937-b114-56d9beab4f3e" providerId="AD" clId="Web-{826B757C-7195-36E4-9976-158D7044BB2A}" dt="2025-11-08T12:48:09.367" v="95"/>
          <ac:spMkLst>
            <pc:docMk/>
            <pc:sldMk cId="415176759" sldId="408"/>
            <ac:spMk id="4" creationId="{A8C7DE6F-F2E0-6F70-71E3-D3AF73D43DB7}"/>
          </ac:spMkLst>
        </pc:spChg>
      </pc:sldChg>
      <pc:sldChg chg="modTransition">
        <pc:chgData name="Siddhant Saxena" userId="S::siddhant.25b01010054@abes.ac.in::f9e53f94-71e2-4937-b114-56d9beab4f3e" providerId="AD" clId="Web-{826B757C-7195-36E4-9976-158D7044BB2A}" dt="2025-11-08T12:52:29.250" v="105"/>
        <pc:sldMkLst>
          <pc:docMk/>
          <pc:sldMk cId="2347158535" sldId="409"/>
        </pc:sldMkLst>
      </pc:sldChg>
      <pc:sldMasterChg chg="modTransition modSldLayout">
        <pc:chgData name="Siddhant Saxena" userId="S::siddhant.25b01010054@abes.ac.in::f9e53f94-71e2-4937-b114-56d9beab4f3e" providerId="AD" clId="Web-{826B757C-7195-36E4-9976-158D7044BB2A}" dt="2025-11-08T12:45:27.710" v="64"/>
        <pc:sldMasterMkLst>
          <pc:docMk/>
          <pc:sldMasterMk cId="68232827" sldId="2147483725"/>
        </pc:sldMasterMkLst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753164887" sldId="2147483742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473709145" sldId="2147483743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603767439" sldId="2147483744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120955189" sldId="2147483745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3542979423" sldId="2147483746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360012431" sldId="2147483747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372417665" sldId="2147483748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77690504" sldId="2147483749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1419208365" sldId="2147483750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1380372583" sldId="2147483751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1842760928" sldId="2147483752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46274276" sldId="2147483753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2726819564" sldId="2147483754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3581226826" sldId="2147483755"/>
          </pc:sldLayoutMkLst>
        </pc:sldLayoutChg>
        <pc:sldLayoutChg chg="modTransition">
          <pc:chgData name="Siddhant Saxena" userId="S::siddhant.25b01010054@abes.ac.in::f9e53f94-71e2-4937-b114-56d9beab4f3e" providerId="AD" clId="Web-{826B757C-7195-36E4-9976-158D7044BB2A}" dt="2025-11-08T12:45:27.710" v="64"/>
          <pc:sldLayoutMkLst>
            <pc:docMk/>
            <pc:sldMasterMk cId="68232827" sldId="2147483725"/>
            <pc:sldLayoutMk cId="720533852" sldId="2147483756"/>
          </pc:sldLayoutMkLst>
        </pc:sldLayoutChg>
      </pc:sldMasterChg>
    </pc:docChg>
  </pc:docChgLst>
  <pc:docChgLst>
    <pc:chgData name="Siddhant Saxena" userId="S::siddhant.25b01010054@abes.ac.in::f9e53f94-71e2-4937-b114-56d9beab4f3e" providerId="AD" clId="Web-{C09A8A51-55CA-E47E-3AB6-7BF32790DFA7}"/>
    <pc:docChg chg="addSld delSld modSld sldOrd modMainMaster">
      <pc:chgData name="Siddhant Saxena" userId="S::siddhant.25b01010054@abes.ac.in::f9e53f94-71e2-4937-b114-56d9beab4f3e" providerId="AD" clId="Web-{C09A8A51-55CA-E47E-3AB6-7BF32790DFA7}" dt="2025-11-06T19:55:22.979" v="3122"/>
      <pc:docMkLst>
        <pc:docMk/>
      </pc:docMkLst>
      <pc:sldChg chg="addSp delSp modSp or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1162829202" sldId="382"/>
        </pc:sldMkLst>
        <pc:spChg chg="mod">
          <ac:chgData name="Siddhant Saxena" userId="S::siddhant.25b01010054@abes.ac.in::f9e53f94-71e2-4937-b114-56d9beab4f3e" providerId="AD" clId="Web-{C09A8A51-55CA-E47E-3AB6-7BF32790DFA7}" dt="2025-11-06T19:10:41.859" v="2283" actId="20577"/>
          <ac:spMkLst>
            <pc:docMk/>
            <pc:sldMk cId="1162829202" sldId="382"/>
            <ac:spMk id="2" creationId="{73C970F9-17DA-839C-44F9-7397A5EFC979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1:47.088" v="2395" actId="20577"/>
          <ac:spMkLst>
            <pc:docMk/>
            <pc:sldMk cId="1162829202" sldId="382"/>
            <ac:spMk id="3" creationId="{597B49AB-9182-5EB7-E03A-3E144B8F0EE9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1:52.604" v="2398" actId="20577"/>
          <ac:spMkLst>
            <pc:docMk/>
            <pc:sldMk cId="1162829202" sldId="382"/>
            <ac:spMk id="4" creationId="{4C16C42F-6E4C-CC8A-0CCC-46E1AAF5C772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03:21.728" v="2243" actId="20577"/>
          <ac:spMkLst>
            <pc:docMk/>
            <pc:sldMk cId="1162829202" sldId="382"/>
            <ac:spMk id="6" creationId="{6A1EECEA-D837-E96C-CC5D-8C8B986DA332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1:50.198" v="2397" actId="20577"/>
          <ac:spMkLst>
            <pc:docMk/>
            <pc:sldMk cId="1162829202" sldId="382"/>
            <ac:spMk id="7" creationId="{DBD828F9-B330-B117-FF6A-8F0C12444700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04:11.182" v="2261" actId="20577"/>
          <ac:spMkLst>
            <pc:docMk/>
            <pc:sldMk cId="1162829202" sldId="382"/>
            <ac:spMk id="9" creationId="{2FFA0DAA-37F3-A33A-6A49-3568311D08A7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03:24.337" v="2244" actId="20577"/>
          <ac:spMkLst>
            <pc:docMk/>
            <pc:sldMk cId="1162829202" sldId="382"/>
            <ac:spMk id="11" creationId="{06EADD7E-590E-81AB-52E8-354DDB041D1F}"/>
          </ac:spMkLst>
        </pc:spChg>
        <pc:picChg chg="add mod ord">
          <ac:chgData name="Siddhant Saxena" userId="S::siddhant.25b01010054@abes.ac.in::f9e53f94-71e2-4937-b114-56d9beab4f3e" providerId="AD" clId="Web-{C09A8A51-55CA-E47E-3AB6-7BF32790DFA7}" dt="2025-11-06T18:58:18.297" v="2148"/>
          <ac:picMkLst>
            <pc:docMk/>
            <pc:sldMk cId="1162829202" sldId="382"/>
            <ac:picMk id="18" creationId="{288FC395-7A43-6C22-6198-7D2451462D33}"/>
          </ac:picMkLst>
        </pc:picChg>
        <pc:picChg chg="add mod ord">
          <ac:chgData name="Siddhant Saxena" userId="S::siddhant.25b01010054@abes.ac.in::f9e53f94-71e2-4937-b114-56d9beab4f3e" providerId="AD" clId="Web-{C09A8A51-55CA-E47E-3AB6-7BF32790DFA7}" dt="2025-11-06T19:05:37.027" v="2262"/>
          <ac:picMkLst>
            <pc:docMk/>
            <pc:sldMk cId="1162829202" sldId="382"/>
            <ac:picMk id="20" creationId="{AE1D6F7F-0EB5-0BF3-A02F-30E12E913F0A}"/>
          </ac:picMkLst>
        </pc:picChg>
        <pc:picChg chg="add mod ord modCrop">
          <ac:chgData name="Siddhant Saxena" userId="S::siddhant.25b01010054@abes.ac.in::f9e53f94-71e2-4937-b114-56d9beab4f3e" providerId="AD" clId="Web-{C09A8A51-55CA-E47E-3AB6-7BF32790DFA7}" dt="2025-11-06T19:10:26.312" v="2269"/>
          <ac:picMkLst>
            <pc:docMk/>
            <pc:sldMk cId="1162829202" sldId="382"/>
            <ac:picMk id="22" creationId="{49C667E7-41AB-5E0D-8FE2-47ACE1E919AB}"/>
          </ac:picMkLst>
        </pc:picChg>
      </pc:sldChg>
      <pc:sldChg chg="addSp delSp modSp or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37198946" sldId="384"/>
        </pc:sldMkLst>
        <pc:spChg chg="mod">
          <ac:chgData name="Siddhant Saxena" userId="S::siddhant.25b01010054@abes.ac.in::f9e53f94-71e2-4937-b114-56d9beab4f3e" providerId="AD" clId="Web-{C09A8A51-55CA-E47E-3AB6-7BF32790DFA7}" dt="2025-11-06T18:50:20.531" v="1999" actId="20577"/>
          <ac:spMkLst>
            <pc:docMk/>
            <pc:sldMk cId="237198946" sldId="384"/>
            <ac:spMk id="2" creationId="{655D3917-072D-B98F-53A4-46496DCB7D2A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50:53.594" v="2009" actId="14100"/>
          <ac:spMkLst>
            <pc:docMk/>
            <pc:sldMk cId="237198946" sldId="384"/>
            <ac:spMk id="10" creationId="{DB4740A4-A1D9-E9B5-6838-073E1369284E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3:16.120" v="2407" actId="20577"/>
          <ac:spMkLst>
            <pc:docMk/>
            <pc:sldMk cId="237198946" sldId="384"/>
            <ac:spMk id="11" creationId="{06C1B1B9-02C9-EF1E-AFBE-E40015F082E0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54:34.471" v="2058" actId="1076"/>
          <ac:spMkLst>
            <pc:docMk/>
            <pc:sldMk cId="237198946" sldId="384"/>
            <ac:spMk id="12" creationId="{A45E210F-6B8D-736F-B141-2B3CBE61357A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9:32:02.686" v="2315"/>
          <ac:picMkLst>
            <pc:docMk/>
            <pc:sldMk cId="237198946" sldId="384"/>
            <ac:picMk id="7" creationId="{F8C45233-1B15-3596-75CE-DED7D720CA02}"/>
          </ac:picMkLst>
        </pc:picChg>
        <pc:picChg chg="add mod">
          <ac:chgData name="Siddhant Saxena" userId="S::siddhant.25b01010054@abes.ac.in::f9e53f94-71e2-4937-b114-56d9beab4f3e" providerId="AD" clId="Web-{C09A8A51-55CA-E47E-3AB6-7BF32790DFA7}" dt="2025-11-06T19:33:46.784" v="2324" actId="1076"/>
          <ac:picMkLst>
            <pc:docMk/>
            <pc:sldMk cId="237198946" sldId="384"/>
            <ac:picMk id="16" creationId="{20C3C972-F327-1F9C-9339-7B545E62823F}"/>
          </ac:picMkLst>
        </pc:picChg>
        <pc:picChg chg="add mod">
          <ac:chgData name="Siddhant Saxena" userId="S::siddhant.25b01010054@abes.ac.in::f9e53f94-71e2-4937-b114-56d9beab4f3e" providerId="AD" clId="Web-{C09A8A51-55CA-E47E-3AB6-7BF32790DFA7}" dt="2025-11-06T19:34:18.722" v="2334" actId="1076"/>
          <ac:picMkLst>
            <pc:docMk/>
            <pc:sldMk cId="237198946" sldId="384"/>
            <ac:picMk id="17" creationId="{1EBA5C25-7A7A-5689-D598-156234A034FD}"/>
          </ac:picMkLst>
        </pc:picChg>
      </pc:sldChg>
      <pc:sldChg chg="addSp delSp modSp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899485134" sldId="387"/>
        </pc:sldMkLst>
        <pc:spChg chg="mod">
          <ac:chgData name="Siddhant Saxena" userId="S::siddhant.25b01010054@abes.ac.in::f9e53f94-71e2-4937-b114-56d9beab4f3e" providerId="AD" clId="Web-{C09A8A51-55CA-E47E-3AB6-7BF32790DFA7}" dt="2025-11-06T18:56:11.681" v="2144" actId="1076"/>
          <ac:spMkLst>
            <pc:docMk/>
            <pc:sldMk cId="2899485134" sldId="387"/>
            <ac:spMk id="4" creationId="{7AF90D79-5C58-F576-D2D0-3F4F1822E757}"/>
          </ac:spMkLst>
        </pc:spChg>
        <pc:spChg chg="add mod">
          <ac:chgData name="Siddhant Saxena" userId="S::siddhant.25b01010054@abes.ac.in::f9e53f94-71e2-4937-b114-56d9beab4f3e" providerId="AD" clId="Web-{C09A8A51-55CA-E47E-3AB6-7BF32790DFA7}" dt="2025-11-06T19:44:02.104" v="2433" actId="20577"/>
          <ac:spMkLst>
            <pc:docMk/>
            <pc:sldMk cId="2899485134" sldId="387"/>
            <ac:spMk id="5" creationId="{3EC7BE6E-11C4-168C-57BC-EBDD4E9AA9E9}"/>
          </ac:spMkLst>
        </pc:spChg>
        <pc:picChg chg="mod">
          <ac:chgData name="Siddhant Saxena" userId="S::siddhant.25b01010054@abes.ac.in::f9e53f94-71e2-4937-b114-56d9beab4f3e" providerId="AD" clId="Web-{C09A8A51-55CA-E47E-3AB6-7BF32790DFA7}" dt="2025-11-06T19:37:22.743" v="2337"/>
          <ac:picMkLst>
            <pc:docMk/>
            <pc:sldMk cId="2899485134" sldId="387"/>
            <ac:picMk id="6" creationId="{AA35CD3A-9896-7953-C82D-AAE87F6124DB}"/>
          </ac:picMkLst>
        </pc:picChg>
        <pc:picChg chg="add mod">
          <ac:chgData name="Siddhant Saxena" userId="S::siddhant.25b01010054@abes.ac.in::f9e53f94-71e2-4937-b114-56d9beab4f3e" providerId="AD" clId="Web-{C09A8A51-55CA-E47E-3AB6-7BF32790DFA7}" dt="2025-11-06T19:44:33.714" v="2439" actId="1076"/>
          <ac:picMkLst>
            <pc:docMk/>
            <pc:sldMk cId="2899485134" sldId="387"/>
            <ac:picMk id="10" creationId="{FFB1EDDE-6FFC-0449-C7D9-7B8D658E47F2}"/>
          </ac:picMkLst>
        </pc:picChg>
      </pc:sldChg>
      <pc:sldChg chg="addSp delSp modSp ad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1839146285" sldId="390"/>
        </pc:sldMkLst>
        <pc:spChg chg="mod">
          <ac:chgData name="Siddhant Saxena" userId="S::siddhant.25b01010054@abes.ac.in::f9e53f94-71e2-4937-b114-56d9beab4f3e" providerId="AD" clId="Web-{C09A8A51-55CA-E47E-3AB6-7BF32790DFA7}" dt="2025-11-06T19:39:24.458" v="2381" actId="20577"/>
          <ac:spMkLst>
            <pc:docMk/>
            <pc:sldMk cId="1839146285" sldId="390"/>
            <ac:spMk id="95" creationId="{9B24B3C9-670F-B7A9-BDE6-151CAD9FBE49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57:06.762" v="2146" actId="20577"/>
          <ac:spMkLst>
            <pc:docMk/>
            <pc:sldMk cId="1839146285" sldId="390"/>
            <ac:spMk id="96" creationId="{B690745D-49E7-5711-74FB-081D63030962}"/>
          </ac:spMkLst>
        </pc:spChg>
        <pc:picChg chg="add mod">
          <ac:chgData name="Siddhant Saxena" userId="S::siddhant.25b01010054@abes.ac.in::f9e53f94-71e2-4937-b114-56d9beab4f3e" providerId="AD" clId="Web-{C09A8A51-55CA-E47E-3AB6-7BF32790DFA7}" dt="2025-11-06T19:40:18.976" v="2394" actId="1076"/>
          <ac:picMkLst>
            <pc:docMk/>
            <pc:sldMk cId="1839146285" sldId="390"/>
            <ac:picMk id="2" creationId="{B4AB3D48-BA06-09E9-20AA-3DDDC437C947}"/>
          </ac:picMkLst>
        </pc:picChg>
        <pc:picChg chg="mod">
          <ac:chgData name="Siddhant Saxena" userId="S::siddhant.25b01010054@abes.ac.in::f9e53f94-71e2-4937-b114-56d9beab4f3e" providerId="AD" clId="Web-{C09A8A51-55CA-E47E-3AB6-7BF32790DFA7}" dt="2025-11-06T17:01:08.933" v="67"/>
          <ac:picMkLst>
            <pc:docMk/>
            <pc:sldMk cId="1839146285" sldId="390"/>
            <ac:picMk id="82" creationId="{AE42ABB7-57D9-8184-43A8-F8A5E655ABF5}"/>
          </ac:picMkLst>
        </pc:picChg>
      </pc:sldChg>
      <pc:sldChg chg="addSp delSp modSp new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1182770380" sldId="391"/>
        </pc:sldMkLst>
        <pc:spChg chg="mod">
          <ac:chgData name="Siddhant Saxena" userId="S::siddhant.25b01010054@abes.ac.in::f9e53f94-71e2-4937-b114-56d9beab4f3e" providerId="AD" clId="Web-{C09A8A51-55CA-E47E-3AB6-7BF32790DFA7}" dt="2025-11-06T17:41:15.156" v="678" actId="20577"/>
          <ac:spMkLst>
            <pc:docMk/>
            <pc:sldMk cId="1182770380" sldId="391"/>
            <ac:spMk id="5" creationId="{0BB778EE-79FA-C209-67AA-CEB78EC83E5D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1:59.167" v="2399" actId="20577"/>
          <ac:spMkLst>
            <pc:docMk/>
            <pc:sldMk cId="1182770380" sldId="391"/>
            <ac:spMk id="7" creationId="{BF66A489-FCC1-3658-292A-16B4A30FD1A1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9:23.165" v="1055" actId="1076"/>
          <ac:spMkLst>
            <pc:docMk/>
            <pc:sldMk cId="1182770380" sldId="391"/>
            <ac:spMk id="9" creationId="{B1FF71A8-D961-CB4F-9795-F8758BF12A5C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9:42:27.463" v="2404" actId="20577"/>
          <ac:spMkLst>
            <pc:docMk/>
            <pc:sldMk cId="1182770380" sldId="391"/>
            <ac:spMk id="11" creationId="{7751A485-F544-D596-5424-567FA184101F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9:35.274" v="1058" actId="1076"/>
          <ac:spMkLst>
            <pc:docMk/>
            <pc:sldMk cId="1182770380" sldId="391"/>
            <ac:spMk id="13" creationId="{8F83E5B7-9B7D-87EA-1CEC-61125AEE6178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9:28.024" v="1056" actId="1076"/>
          <ac:spMkLst>
            <pc:docMk/>
            <pc:sldMk cId="1182770380" sldId="391"/>
            <ac:spMk id="15" creationId="{73040744-41AF-FF01-C87B-F212A811C184}"/>
          </ac:spMkLst>
        </pc:spChg>
        <pc:picChg chg="add mod ord modCrop">
          <ac:chgData name="Siddhant Saxena" userId="S::siddhant.25b01010054@abes.ac.in::f9e53f94-71e2-4937-b114-56d9beab4f3e" providerId="AD" clId="Web-{C09A8A51-55CA-E47E-3AB6-7BF32790DFA7}" dt="2025-11-06T17:42:23.860" v="681"/>
          <ac:picMkLst>
            <pc:docMk/>
            <pc:sldMk cId="1182770380" sldId="391"/>
            <ac:picMk id="16" creationId="{7CA67EA2-7A53-8D31-0704-24ACC4F42799}"/>
          </ac:picMkLst>
        </pc:picChg>
      </pc:sldChg>
      <pc:sldChg chg="modSp ad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365595247" sldId="392"/>
        </pc:sldMkLst>
        <pc:spChg chg="mod">
          <ac:chgData name="Siddhant Saxena" userId="S::siddhant.25b01010054@abes.ac.in::f9e53f94-71e2-4937-b114-56d9beab4f3e" providerId="AD" clId="Web-{C09A8A51-55CA-E47E-3AB6-7BF32790DFA7}" dt="2025-11-06T18:11:05.246" v="1064" actId="20577"/>
          <ac:spMkLst>
            <pc:docMk/>
            <pc:sldMk cId="365595247" sldId="392"/>
            <ac:spMk id="15" creationId="{D6B02560-9723-F5A4-220C-E5D054AA6ECA}"/>
          </ac:spMkLst>
        </pc:spChg>
      </pc:sldChg>
      <pc:sldChg chg="delSp 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139811016" sldId="393"/>
        </pc:sldMkLst>
        <pc:spChg chg="mod">
          <ac:chgData name="Siddhant Saxena" userId="S::siddhant.25b01010054@abes.ac.in::f9e53f94-71e2-4937-b114-56d9beab4f3e" providerId="AD" clId="Web-{C09A8A51-55CA-E47E-3AB6-7BF32790DFA7}" dt="2025-11-06T18:10:00.338" v="1060" actId="20577"/>
          <ac:spMkLst>
            <pc:docMk/>
            <pc:sldMk cId="2139811016" sldId="393"/>
            <ac:spMk id="5" creationId="{E6AB1BB1-F57A-A2F6-82CB-FE74BEFBCCE6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7:02.753" v="1021" actId="1076"/>
          <ac:spMkLst>
            <pc:docMk/>
            <pc:sldMk cId="2139811016" sldId="393"/>
            <ac:spMk id="7" creationId="{68F9D932-5569-2D32-7875-C466EC7F867D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7:02.753" v="1022" actId="1076"/>
          <ac:spMkLst>
            <pc:docMk/>
            <pc:sldMk cId="2139811016" sldId="393"/>
            <ac:spMk id="9" creationId="{70C7E4A4-59B4-D88D-4778-DB997BCAC363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7:02.769" v="1023" actId="1076"/>
          <ac:spMkLst>
            <pc:docMk/>
            <pc:sldMk cId="2139811016" sldId="393"/>
            <ac:spMk id="11" creationId="{DAFE703C-05F7-3D2C-40ED-01E870CBEB30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7:02.769" v="1024" actId="1076"/>
          <ac:spMkLst>
            <pc:docMk/>
            <pc:sldMk cId="2139811016" sldId="393"/>
            <ac:spMk id="13" creationId="{93033144-226F-37E1-95F4-3F4C967A7604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07:02.769" v="1025" actId="1076"/>
          <ac:spMkLst>
            <pc:docMk/>
            <pc:sldMk cId="2139811016" sldId="393"/>
            <ac:spMk id="15" creationId="{CDB9CA01-CE88-21D5-133A-81F034D04E63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8:06:18.357" v="1011"/>
          <ac:picMkLst>
            <pc:docMk/>
            <pc:sldMk cId="2139811016" sldId="393"/>
            <ac:picMk id="16" creationId="{7F2C02EE-27DA-455D-B0AE-BE39F8C4F66D}"/>
          </ac:picMkLst>
        </pc:picChg>
      </pc:sldChg>
      <pc:sldChg chg="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612204876" sldId="394"/>
        </pc:sldMkLst>
        <pc:spChg chg="mod">
          <ac:chgData name="Siddhant Saxena" userId="S::siddhant.25b01010054@abes.ac.in::f9e53f94-71e2-4937-b114-56d9beab4f3e" providerId="AD" clId="Web-{C09A8A51-55CA-E47E-3AB6-7BF32790DFA7}" dt="2025-11-06T18:11:23.246" v="1065" actId="20577"/>
          <ac:spMkLst>
            <pc:docMk/>
            <pc:sldMk cId="2612204876" sldId="394"/>
            <ac:spMk id="15" creationId="{CAFC46F2-81C8-C981-5254-ADEDCB0F6016}"/>
          </ac:spMkLst>
        </pc:spChg>
      </pc:sldChg>
      <pc:sldChg chg="modSp ad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1645171800" sldId="395"/>
        </pc:sldMkLst>
        <pc:spChg chg="mod">
          <ac:chgData name="Siddhant Saxena" userId="S::siddhant.25b01010054@abes.ac.in::f9e53f94-71e2-4937-b114-56d9beab4f3e" providerId="AD" clId="Web-{C09A8A51-55CA-E47E-3AB6-7BF32790DFA7}" dt="2025-11-06T18:11:34.887" v="1067" actId="20577"/>
          <ac:spMkLst>
            <pc:docMk/>
            <pc:sldMk cId="1645171800" sldId="395"/>
            <ac:spMk id="15" creationId="{CC856E21-D865-CA16-BB80-02E8334DF42F}"/>
          </ac:spMkLst>
        </pc:spChg>
      </pc:sldChg>
      <pc:sldChg chg="addSp delSp 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3419355355" sldId="396"/>
        </pc:sldMkLst>
        <pc:spChg chg="add del mod">
          <ac:chgData name="Siddhant Saxena" userId="S::siddhant.25b01010054@abes.ac.in::f9e53f94-71e2-4937-b114-56d9beab4f3e" providerId="AD" clId="Web-{C09A8A51-55CA-E47E-3AB6-7BF32790DFA7}" dt="2025-11-06T18:16:44.033" v="1224" actId="14100"/>
          <ac:spMkLst>
            <pc:docMk/>
            <pc:sldMk cId="3419355355" sldId="396"/>
            <ac:spMk id="3" creationId="{3C17D82D-C5EE-F446-3565-03790D1491F1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14:02.655" v="1075" actId="20577"/>
          <ac:spMkLst>
            <pc:docMk/>
            <pc:sldMk cId="3419355355" sldId="396"/>
            <ac:spMk id="5" creationId="{0BFBABCD-243A-596E-C481-5C8B644A6B2A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16:17.517" v="1218" actId="20577"/>
          <ac:spMkLst>
            <pc:docMk/>
            <pc:sldMk cId="3419355355" sldId="396"/>
            <ac:spMk id="7" creationId="{526CEA29-87B1-27CD-37CA-C6DF7CF64369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9:14:16.573" v="2292"/>
          <ac:picMkLst>
            <pc:docMk/>
            <pc:sldMk cId="3419355355" sldId="396"/>
            <ac:picMk id="16" creationId="{21914DC9-B862-1869-1668-1D978984AC19}"/>
          </ac:picMkLst>
        </pc:picChg>
      </pc:sldChg>
      <pc:sldChg chg="addSp delSp 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460767364" sldId="397"/>
        </pc:sldMkLst>
        <pc:spChg chg="mod">
          <ac:chgData name="Siddhant Saxena" userId="S::siddhant.25b01010054@abes.ac.in::f9e53f94-71e2-4937-b114-56d9beab4f3e" providerId="AD" clId="Web-{C09A8A51-55CA-E47E-3AB6-7BF32790DFA7}" dt="2025-11-06T18:18:36.081" v="1244" actId="20577"/>
          <ac:spMkLst>
            <pc:docMk/>
            <pc:sldMk cId="2460767364" sldId="397"/>
            <ac:spMk id="5" creationId="{B393B580-1E13-7961-4351-1A7751A7388E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21:04.851" v="1309" actId="14100"/>
          <ac:spMkLst>
            <pc:docMk/>
            <pc:sldMk cId="2460767364" sldId="397"/>
            <ac:spMk id="7" creationId="{D9F559F7-E35B-E3B2-93F5-B26768CD4EC1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22:38.592" v="1379" actId="20577"/>
          <ac:spMkLst>
            <pc:docMk/>
            <pc:sldMk cId="2460767364" sldId="397"/>
            <ac:spMk id="9" creationId="{4A1CE1CD-4E7D-7A6F-C813-FC7E58AE909D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25:52.538" v="1475" actId="1076"/>
          <ac:spMkLst>
            <pc:docMk/>
            <pc:sldMk cId="2460767364" sldId="397"/>
            <ac:spMk id="13" creationId="{6394E3A9-30A6-4B62-6844-E825D96AD48E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9:17:38.472" v="2297"/>
          <ac:picMkLst>
            <pc:docMk/>
            <pc:sldMk cId="2460767364" sldId="397"/>
            <ac:picMk id="16" creationId="{AF130C7F-1070-7EC5-A867-9A94269BABB9}"/>
          </ac:picMkLst>
        </pc:picChg>
      </pc:sldChg>
      <pc:sldChg chg="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597531349" sldId="398"/>
        </pc:sldMkLst>
        <pc:spChg chg="mod">
          <ac:chgData name="Siddhant Saxena" userId="S::siddhant.25b01010054@abes.ac.in::f9e53f94-71e2-4937-b114-56d9beab4f3e" providerId="AD" clId="Web-{C09A8A51-55CA-E47E-3AB6-7BF32790DFA7}" dt="2025-11-06T18:26:19.149" v="1479" actId="20577"/>
          <ac:spMkLst>
            <pc:docMk/>
            <pc:sldMk cId="597531349" sldId="398"/>
            <ac:spMk id="15" creationId="{4DB088F8-C470-3DAA-8912-D6A71ADAB73F}"/>
          </ac:spMkLst>
        </pc:spChg>
      </pc:sldChg>
      <pc:sldChg chg="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798894470" sldId="399"/>
        </pc:sldMkLst>
        <pc:spChg chg="mod">
          <ac:chgData name="Siddhant Saxena" userId="S::siddhant.25b01010054@abes.ac.in::f9e53f94-71e2-4937-b114-56d9beab4f3e" providerId="AD" clId="Web-{C09A8A51-55CA-E47E-3AB6-7BF32790DFA7}" dt="2025-11-06T18:17:16.971" v="1230" actId="20577"/>
          <ac:spMkLst>
            <pc:docMk/>
            <pc:sldMk cId="798894470" sldId="399"/>
            <ac:spMk id="15" creationId="{2F7DF2A4-8974-4448-3847-891088A9E2D9}"/>
          </ac:spMkLst>
        </pc:spChg>
      </pc:sldChg>
      <pc:sldChg chg="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3164096589" sldId="401"/>
        </pc:sldMkLst>
        <pc:spChg chg="mod">
          <ac:chgData name="Siddhant Saxena" userId="S::siddhant.25b01010054@abes.ac.in::f9e53f94-71e2-4937-b114-56d9beab4f3e" providerId="AD" clId="Web-{C09A8A51-55CA-E47E-3AB6-7BF32790DFA7}" dt="2025-11-06T18:17:58.034" v="1235" actId="20577"/>
          <ac:spMkLst>
            <pc:docMk/>
            <pc:sldMk cId="3164096589" sldId="401"/>
            <ac:spMk id="15" creationId="{F62E506C-2A86-F2CF-C525-154EF3915B0E}"/>
          </ac:spMkLst>
        </pc:spChg>
      </pc:sldChg>
      <pc:sldChg chg="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3074758247" sldId="402"/>
        </pc:sldMkLst>
      </pc:sldChg>
      <pc:sldChg chg="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3287678027" sldId="403"/>
        </pc:sldMkLst>
      </pc:sldChg>
      <pc:sldChg chg="addSp delSp 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980845433" sldId="404"/>
        </pc:sldMkLst>
        <pc:spChg chg="mod">
          <ac:chgData name="Siddhant Saxena" userId="S::siddhant.25b01010054@abes.ac.in::f9e53f94-71e2-4937-b114-56d9beab4f3e" providerId="AD" clId="Web-{C09A8A51-55CA-E47E-3AB6-7BF32790DFA7}" dt="2025-11-06T18:29:23.966" v="1501" actId="20577"/>
          <ac:spMkLst>
            <pc:docMk/>
            <pc:sldMk cId="2980845433" sldId="404"/>
            <ac:spMk id="5" creationId="{52A3E3F2-ECF2-2F7C-79DF-B1DCF5417FB1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41:00.985" v="1783" actId="1076"/>
          <ac:spMkLst>
            <pc:docMk/>
            <pc:sldMk cId="2980845433" sldId="404"/>
            <ac:spMk id="7" creationId="{CBCB3B71-69A6-3739-D647-A38ABD5EA58D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39:16.605" v="1765" actId="1076"/>
          <ac:spMkLst>
            <pc:docMk/>
            <pc:sldMk cId="2980845433" sldId="404"/>
            <ac:spMk id="9" creationId="{E73D950D-DAB3-810B-93B9-A5B9CF2C7998}"/>
          </ac:spMkLst>
        </pc:spChg>
        <pc:spChg chg="add mod">
          <ac:chgData name="Siddhant Saxena" userId="S::siddhant.25b01010054@abes.ac.in::f9e53f94-71e2-4937-b114-56d9beab4f3e" providerId="AD" clId="Web-{C09A8A51-55CA-E47E-3AB6-7BF32790DFA7}" dt="2025-11-06T19:42:41.854" v="2405" actId="20577"/>
          <ac:spMkLst>
            <pc:docMk/>
            <pc:sldMk cId="2980845433" sldId="404"/>
            <ac:spMk id="12" creationId="{78E5F04A-5A00-C46B-1184-CE7939238FB3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39:16.605" v="1766" actId="1076"/>
          <ac:spMkLst>
            <pc:docMk/>
            <pc:sldMk cId="2980845433" sldId="404"/>
            <ac:spMk id="15" creationId="{88AB2A6B-8808-F57D-FBDA-81ECECD55984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9:25:23.703" v="2301"/>
          <ac:picMkLst>
            <pc:docMk/>
            <pc:sldMk cId="2980845433" sldId="404"/>
            <ac:picMk id="16" creationId="{DCD9E574-E6A3-1833-142C-F98DDA4D82E6}"/>
          </ac:picMkLst>
        </pc:picChg>
      </pc:sldChg>
      <pc:sldChg chg="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000792847" sldId="405"/>
        </pc:sldMkLst>
      </pc:sldChg>
      <pc:sldChg chg="modSp ad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412142106" sldId="406"/>
        </pc:sldMkLst>
        <pc:spChg chg="mod">
          <ac:chgData name="Siddhant Saxena" userId="S::siddhant.25b01010054@abes.ac.in::f9e53f94-71e2-4937-b114-56d9beab4f3e" providerId="AD" clId="Web-{C09A8A51-55CA-E47E-3AB6-7BF32790DFA7}" dt="2025-11-06T18:38:02.678" v="1709" actId="20577"/>
          <ac:spMkLst>
            <pc:docMk/>
            <pc:sldMk cId="412142106" sldId="406"/>
            <ac:spMk id="15" creationId="{AFBED0FB-FAE8-7F57-22D8-5789A20E140F}"/>
          </ac:spMkLst>
        </pc:spChg>
      </pc:sldChg>
      <pc:sldChg chg="addSp delSp modSp add ord replId modTransition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415176759" sldId="408"/>
        </pc:sldMkLst>
        <pc:spChg chg="mod">
          <ac:chgData name="Siddhant Saxena" userId="S::siddhant.25b01010054@abes.ac.in::f9e53f94-71e2-4937-b114-56d9beab4f3e" providerId="AD" clId="Web-{C09A8A51-55CA-E47E-3AB6-7BF32790DFA7}" dt="2025-11-06T18:42:44.302" v="1797" actId="20577"/>
          <ac:spMkLst>
            <pc:docMk/>
            <pc:sldMk cId="415176759" sldId="408"/>
            <ac:spMk id="5" creationId="{F92D103D-9852-A68B-4B8F-CFEB050EE7B0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49:09.108" v="1981" actId="1076"/>
          <ac:spMkLst>
            <pc:docMk/>
            <pc:sldMk cId="415176759" sldId="408"/>
            <ac:spMk id="7" creationId="{F3B40CEF-E940-5F43-718B-1F76352DF76E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49:17.577" v="1984" actId="1076"/>
          <ac:spMkLst>
            <pc:docMk/>
            <pc:sldMk cId="415176759" sldId="408"/>
            <ac:spMk id="9" creationId="{E399505A-5E1B-3FF3-3A01-E8F7C0D16F9B}"/>
          </ac:spMkLst>
        </pc:spChg>
        <pc:spChg chg="mod">
          <ac:chgData name="Siddhant Saxena" userId="S::siddhant.25b01010054@abes.ac.in::f9e53f94-71e2-4937-b114-56d9beab4f3e" providerId="AD" clId="Web-{C09A8A51-55CA-E47E-3AB6-7BF32790DFA7}" dt="2025-11-06T18:49:49.358" v="1989" actId="1076"/>
          <ac:spMkLst>
            <pc:docMk/>
            <pc:sldMk cId="415176759" sldId="408"/>
            <ac:spMk id="15" creationId="{A93B7E00-D326-DBC1-37B5-5B8CD01632AB}"/>
          </ac:spMkLst>
        </pc:spChg>
        <pc:picChg chg="mod modCrop">
          <ac:chgData name="Siddhant Saxena" userId="S::siddhant.25b01010054@abes.ac.in::f9e53f94-71e2-4937-b114-56d9beab4f3e" providerId="AD" clId="Web-{C09A8A51-55CA-E47E-3AB6-7BF32790DFA7}" dt="2025-11-06T19:28:58.533" v="2310"/>
          <ac:picMkLst>
            <pc:docMk/>
            <pc:sldMk cId="415176759" sldId="408"/>
            <ac:picMk id="16" creationId="{77DCCC43-9219-F500-38C2-4676168CF3ED}"/>
          </ac:picMkLst>
        </pc:picChg>
      </pc:sldChg>
      <pc:sldChg chg="addSp delSp modSp new mod modTransition modClrScheme chgLayout">
        <pc:chgData name="Siddhant Saxena" userId="S::siddhant.25b01010054@abes.ac.in::f9e53f94-71e2-4937-b114-56d9beab4f3e" providerId="AD" clId="Web-{C09A8A51-55CA-E47E-3AB6-7BF32790DFA7}" dt="2025-11-06T19:55:22.979" v="3122"/>
        <pc:sldMkLst>
          <pc:docMk/>
          <pc:sldMk cId="2347158535" sldId="409"/>
        </pc:sldMkLst>
        <pc:spChg chg="mod ord">
          <ac:chgData name="Siddhant Saxena" userId="S::siddhant.25b01010054@abes.ac.in::f9e53f94-71e2-4937-b114-56d9beab4f3e" providerId="AD" clId="Web-{C09A8A51-55CA-E47E-3AB6-7BF32790DFA7}" dt="2025-11-06T19:46:03.401" v="2453"/>
          <ac:spMkLst>
            <pc:docMk/>
            <pc:sldMk cId="2347158535" sldId="409"/>
            <ac:spMk id="2" creationId="{6D5BE610-67A0-F9F3-5839-29440DBC4308}"/>
          </ac:spMkLst>
        </pc:spChg>
        <pc:spChg chg="mod ord">
          <ac:chgData name="Siddhant Saxena" userId="S::siddhant.25b01010054@abes.ac.in::f9e53f94-71e2-4937-b114-56d9beab4f3e" providerId="AD" clId="Web-{C09A8A51-55CA-E47E-3AB6-7BF32790DFA7}" dt="2025-11-06T19:53:48.151" v="3116" actId="20577"/>
          <ac:spMkLst>
            <pc:docMk/>
            <pc:sldMk cId="2347158535" sldId="409"/>
            <ac:spMk id="3" creationId="{A6B09787-72BA-B879-CB26-0AC415F258CB}"/>
          </ac:spMkLst>
        </pc:spChg>
        <pc:picChg chg="add mod ord">
          <ac:chgData name="Siddhant Saxena" userId="S::siddhant.25b01010054@abes.ac.in::f9e53f94-71e2-4937-b114-56d9beab4f3e" providerId="AD" clId="Web-{C09A8A51-55CA-E47E-3AB6-7BF32790DFA7}" dt="2025-11-06T19:46:26.057" v="2454"/>
          <ac:picMkLst>
            <pc:docMk/>
            <pc:sldMk cId="2347158535" sldId="409"/>
            <ac:picMk id="12" creationId="{CE2B970F-D820-965E-E932-DC4FB2B3251D}"/>
          </ac:picMkLst>
        </pc:picChg>
      </pc:sldChg>
      <pc:sldMasterChg chg="modTransition modSldLayout">
        <pc:chgData name="Siddhant Saxena" userId="S::siddhant.25b01010054@abes.ac.in::f9e53f94-71e2-4937-b114-56d9beab4f3e" providerId="AD" clId="Web-{C09A8A51-55CA-E47E-3AB6-7BF32790DFA7}" dt="2025-11-06T19:55:22.979" v="3122"/>
        <pc:sldMasterMkLst>
          <pc:docMk/>
          <pc:sldMasterMk cId="68232827" sldId="2147483725"/>
        </pc:sldMasterMkLst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753164887" sldId="2147483742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473709145" sldId="2147483743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603767439" sldId="2147483744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120955189" sldId="2147483745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3542979423" sldId="2147483746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360012431" sldId="2147483747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372417665" sldId="2147483748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77690504" sldId="2147483749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1419208365" sldId="2147483750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1380372583" sldId="2147483751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1842760928" sldId="2147483752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46274276" sldId="2147483753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2726819564" sldId="2147483754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3581226826" sldId="2147483755"/>
          </pc:sldLayoutMkLst>
        </pc:sldLayoutChg>
        <pc:sldLayoutChg chg="modTransition">
          <pc:chgData name="Siddhant Saxena" userId="S::siddhant.25b01010054@abes.ac.in::f9e53f94-71e2-4937-b114-56d9beab4f3e" providerId="AD" clId="Web-{C09A8A51-55CA-E47E-3AB6-7BF32790DFA7}" dt="2025-11-06T19:55:22.979" v="3122"/>
          <pc:sldLayoutMkLst>
            <pc:docMk/>
            <pc:sldMasterMk cId="68232827" sldId="2147483725"/>
            <pc:sldLayoutMk cId="720533852" sldId="2147483756"/>
          </pc:sldLayoutMkLst>
        </pc:sldLayoutChg>
      </pc:sldMasterChg>
    </pc:docChg>
  </pc:docChgLst>
  <pc:docChgLst>
    <pc:chgData name="Siddhant Saxena" userId="S::siddhant.25b01010054@abes.ac.in::f9e53f94-71e2-4937-b114-56d9beab4f3e" providerId="AD" clId="Web-{53EFDC0E-225F-5466-141A-74E78A805A5D}"/>
    <pc:docChg chg="modSld">
      <pc:chgData name="Siddhant Saxena" userId="S::siddhant.25b01010054@abes.ac.in::f9e53f94-71e2-4937-b114-56d9beab4f3e" providerId="AD" clId="Web-{53EFDC0E-225F-5466-141A-74E78A805A5D}" dt="2025-11-08T13:18:05.405" v="120" actId="1076"/>
      <pc:docMkLst>
        <pc:docMk/>
      </pc:docMkLst>
      <pc:sldChg chg="addSp delSp modSp">
        <pc:chgData name="Siddhant Saxena" userId="S::siddhant.25b01010054@abes.ac.in::f9e53f94-71e2-4937-b114-56d9beab4f3e" providerId="AD" clId="Web-{53EFDC0E-225F-5466-141A-74E78A805A5D}" dt="2025-11-08T13:18:05.405" v="120" actId="1076"/>
        <pc:sldMkLst>
          <pc:docMk/>
          <pc:sldMk cId="1182770380" sldId="391"/>
        </pc:sldMkLst>
        <pc:picChg chg="add mod">
          <ac:chgData name="Siddhant Saxena" userId="S::siddhant.25b01010054@abes.ac.in::f9e53f94-71e2-4937-b114-56d9beab4f3e" providerId="AD" clId="Web-{53EFDC0E-225F-5466-141A-74E78A805A5D}" dt="2025-11-08T13:17:49.311" v="117" actId="1076"/>
          <ac:picMkLst>
            <pc:docMk/>
            <pc:sldMk cId="1182770380" sldId="391"/>
            <ac:picMk id="2" creationId="{972CBE1E-61A0-3F2B-DD9F-110FCD405691}"/>
          </ac:picMkLst>
        </pc:picChg>
        <pc:picChg chg="add mod">
          <ac:chgData name="Siddhant Saxena" userId="S::siddhant.25b01010054@abes.ac.in::f9e53f94-71e2-4937-b114-56d9beab4f3e" providerId="AD" clId="Web-{53EFDC0E-225F-5466-141A-74E78A805A5D}" dt="2025-11-08T13:17:26.732" v="114" actId="1076"/>
          <ac:picMkLst>
            <pc:docMk/>
            <pc:sldMk cId="1182770380" sldId="391"/>
            <ac:picMk id="3" creationId="{F4CDF925-277F-D113-E549-743ECC5F467C}"/>
          </ac:picMkLst>
        </pc:picChg>
        <pc:picChg chg="add mod">
          <ac:chgData name="Siddhant Saxena" userId="S::siddhant.25b01010054@abes.ac.in::f9e53f94-71e2-4937-b114-56d9beab4f3e" providerId="AD" clId="Web-{53EFDC0E-225F-5466-141A-74E78A805A5D}" dt="2025-11-08T13:18:05.405" v="120" actId="1076"/>
          <ac:picMkLst>
            <pc:docMk/>
            <pc:sldMk cId="1182770380" sldId="391"/>
            <ac:picMk id="4" creationId="{084141D9-F464-F24B-5748-2AE4F237E3FD}"/>
          </ac:picMkLst>
        </pc:picChg>
        <pc:picChg chg="add mod">
          <ac:chgData name="Siddhant Saxena" userId="S::siddhant.25b01010054@abes.ac.in::f9e53f94-71e2-4937-b114-56d9beab4f3e" providerId="AD" clId="Web-{53EFDC0E-225F-5466-141A-74E78A805A5D}" dt="2025-11-08T13:17:55.999" v="119" actId="1076"/>
          <ac:picMkLst>
            <pc:docMk/>
            <pc:sldMk cId="1182770380" sldId="391"/>
            <ac:picMk id="6" creationId="{0FA664F1-AA18-BF1E-04E9-201895305B6C}"/>
          </ac:picMkLst>
        </pc:picChg>
        <pc:picChg chg="add del mod">
          <ac:chgData name="Siddhant Saxena" userId="S::siddhant.25b01010054@abes.ac.in::f9e53f94-71e2-4937-b114-56d9beab4f3e" providerId="AD" clId="Web-{53EFDC0E-225F-5466-141A-74E78A805A5D}" dt="2025-11-08T13:16:35.855" v="109"/>
          <ac:picMkLst>
            <pc:docMk/>
            <pc:sldMk cId="1182770380" sldId="391"/>
            <ac:picMk id="8" creationId="{5E344AD9-A405-2EC7-5277-969792044130}"/>
          </ac:picMkLst>
        </pc:picChg>
        <pc:picChg chg="mod modCrop">
          <ac:chgData name="Siddhant Saxena" userId="S::siddhant.25b01010054@abes.ac.in::f9e53f94-71e2-4937-b114-56d9beab4f3e" providerId="AD" clId="Web-{53EFDC0E-225F-5466-141A-74E78A805A5D}" dt="2025-11-08T13:16:51.699" v="111"/>
          <ac:picMkLst>
            <pc:docMk/>
            <pc:sldMk cId="1182770380" sldId="391"/>
            <ac:picMk id="16" creationId="{7CA67EA2-7A53-8D31-0704-24ACC4F42799}"/>
          </ac:picMkLst>
        </pc:picChg>
        <pc:picChg chg="del">
          <ac:chgData name="Siddhant Saxena" userId="S::siddhant.25b01010054@abes.ac.in::f9e53f94-71e2-4937-b114-56d9beab4f3e" providerId="AD" clId="Web-{53EFDC0E-225F-5466-141A-74E78A805A5D}" dt="2025-11-08T13:15:10.226" v="91"/>
          <ac:picMkLst>
            <pc:docMk/>
            <pc:sldMk cId="1182770380" sldId="391"/>
            <ac:picMk id="18" creationId="{1ACA32EF-2E21-9561-DE62-553B3F3AD11B}"/>
          </ac:picMkLst>
        </pc:picChg>
      </pc:sldChg>
      <pc:sldChg chg="addSp modSp">
        <pc:chgData name="Siddhant Saxena" userId="S::siddhant.25b01010054@abes.ac.in::f9e53f94-71e2-4937-b114-56d9beab4f3e" providerId="AD" clId="Web-{53EFDC0E-225F-5466-141A-74E78A805A5D}" dt="2025-11-08T13:12:06.883" v="79" actId="1076"/>
        <pc:sldMkLst>
          <pc:docMk/>
          <pc:sldMk cId="2139811016" sldId="393"/>
        </pc:sldMkLst>
        <pc:spChg chg="add mod">
          <ac:chgData name="Siddhant Saxena" userId="S::siddhant.25b01010054@abes.ac.in::f9e53f94-71e2-4937-b114-56d9beab4f3e" providerId="AD" clId="Web-{53EFDC0E-225F-5466-141A-74E78A805A5D}" dt="2025-11-08T13:12:06.883" v="79" actId="1076"/>
          <ac:spMkLst>
            <pc:docMk/>
            <pc:sldMk cId="2139811016" sldId="393"/>
            <ac:spMk id="2" creationId="{62C164E5-79BA-D3B9-0949-8EF23AED306E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1:58.851" v="73" actId="1076"/>
          <ac:spMkLst>
            <pc:docMk/>
            <pc:sldMk cId="2139811016" sldId="393"/>
            <ac:spMk id="5" creationId="{E6AB1BB1-F57A-A2F6-82CB-FE74BEFBCCE6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2:06.852" v="74" actId="1076"/>
          <ac:spMkLst>
            <pc:docMk/>
            <pc:sldMk cId="2139811016" sldId="393"/>
            <ac:spMk id="7" creationId="{68F9D932-5569-2D32-7875-C466EC7F867D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2:06.852" v="75" actId="1076"/>
          <ac:spMkLst>
            <pc:docMk/>
            <pc:sldMk cId="2139811016" sldId="393"/>
            <ac:spMk id="9" creationId="{70C7E4A4-59B4-D88D-4778-DB997BCAC363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2:06.867" v="76" actId="1076"/>
          <ac:spMkLst>
            <pc:docMk/>
            <pc:sldMk cId="2139811016" sldId="393"/>
            <ac:spMk id="11" creationId="{DAFE703C-05F7-3D2C-40ED-01E870CBEB30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2:06.867" v="77" actId="1076"/>
          <ac:spMkLst>
            <pc:docMk/>
            <pc:sldMk cId="2139811016" sldId="393"/>
            <ac:spMk id="13" creationId="{93033144-226F-37E1-95F4-3F4C967A7604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2:06.883" v="78" actId="1076"/>
          <ac:spMkLst>
            <pc:docMk/>
            <pc:sldMk cId="2139811016" sldId="393"/>
            <ac:spMk id="15" creationId="{CDB9CA01-CE88-21D5-133A-81F034D04E63}"/>
          </ac:spMkLst>
        </pc:spChg>
      </pc:sldChg>
      <pc:sldChg chg="modSp">
        <pc:chgData name="Siddhant Saxena" userId="S::siddhant.25b01010054@abes.ac.in::f9e53f94-71e2-4937-b114-56d9beab4f3e" providerId="AD" clId="Web-{53EFDC0E-225F-5466-141A-74E78A805A5D}" dt="2025-11-08T13:13:22.062" v="90" actId="1076"/>
        <pc:sldMkLst>
          <pc:docMk/>
          <pc:sldMk cId="2347158535" sldId="409"/>
        </pc:sldMkLst>
        <pc:spChg chg="mod">
          <ac:chgData name="Siddhant Saxena" userId="S::siddhant.25b01010054@abes.ac.in::f9e53f94-71e2-4937-b114-56d9beab4f3e" providerId="AD" clId="Web-{53EFDC0E-225F-5466-141A-74E78A805A5D}" dt="2025-11-08T13:12:56.122" v="85" actId="1076"/>
          <ac:spMkLst>
            <pc:docMk/>
            <pc:sldMk cId="2347158535" sldId="409"/>
            <ac:spMk id="2" creationId="{6D5BE610-67A0-F9F3-5839-29440DBC4308}"/>
          </ac:spMkLst>
        </pc:spChg>
        <pc:spChg chg="mod">
          <ac:chgData name="Siddhant Saxena" userId="S::siddhant.25b01010054@abes.ac.in::f9e53f94-71e2-4937-b114-56d9beab4f3e" providerId="AD" clId="Web-{53EFDC0E-225F-5466-141A-74E78A805A5D}" dt="2025-11-08T13:13:22.062" v="90" actId="1076"/>
          <ac:spMkLst>
            <pc:docMk/>
            <pc:sldMk cId="2347158535" sldId="409"/>
            <ac:spMk id="3" creationId="{A6B09787-72BA-B879-CB26-0AC415F258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11/8/2025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B5A1-3544-291F-677B-ED028A93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8C1EB-47D2-87E4-8D3E-3E6CA9AE6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FE586-16B5-EB97-12A7-2DA064157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C4742-AE3A-0168-6A5B-5B1FF56FF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3443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3721-039B-6EE3-A3CA-74787CC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9B24B3C9-670F-B7A9-BDE6-151CAD9FB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3091" y="1410979"/>
            <a:ext cx="4786877" cy="151831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Design Thinking Model-</a:t>
            </a:r>
            <a:r>
              <a:rPr lang="en-US" dirty="0"/>
              <a:t> </a:t>
            </a:r>
            <a:endParaRPr lang="en-US" b="1" dirty="0"/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B690745D-49E7-5711-74FB-081D63030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7733" y="4031677"/>
            <a:ext cx="4386827" cy="2659374"/>
          </a:xfrm>
        </p:spPr>
        <p:txBody>
          <a:bodyPr vert="horz" lIns="91440" tIns="91440" rIns="91440" bIns="0" rtlCol="0" anchor="t">
            <a:normAutofit/>
          </a:bodyPr>
          <a:lstStyle/>
          <a:p>
            <a:r>
              <a:rPr lang="en-US" dirty="0"/>
              <a:t>   </a:t>
            </a:r>
            <a:r>
              <a:rPr lang="en-US" dirty="0">
                <a:solidFill>
                  <a:schemeClr val="bg2">
                    <a:lumMod val="76000"/>
                  </a:schemeClr>
                </a:solidFill>
              </a:rPr>
              <a:t>Presentation by: </a:t>
            </a:r>
          </a:p>
          <a:p>
            <a:pPr algn="r"/>
            <a:r>
              <a:rPr lang="en-US" dirty="0">
                <a:solidFill>
                  <a:schemeClr val="bg2">
                    <a:lumMod val="76000"/>
                  </a:schemeClr>
                </a:solidFill>
              </a:rPr>
              <a:t> Siddhant Saxena</a:t>
            </a:r>
          </a:p>
          <a:p>
            <a:pPr algn="r"/>
            <a:endParaRPr lang="en-US" dirty="0">
              <a:solidFill>
                <a:schemeClr val="bg2">
                  <a:lumMod val="76000"/>
                </a:schemeClr>
              </a:solidFill>
            </a:endParaRPr>
          </a:p>
          <a:p>
            <a:pPr algn="r"/>
            <a:endParaRPr lang="en-US" dirty="0">
              <a:solidFill>
                <a:schemeClr val="bg2">
                  <a:lumMod val="76000"/>
                </a:schemeClr>
              </a:solidFill>
            </a:endParaRPr>
          </a:p>
          <a:p>
            <a:pPr algn="r"/>
            <a:r>
              <a:rPr lang="en-US" sz="2000" dirty="0">
                <a:solidFill>
                  <a:schemeClr val="bg2">
                    <a:lumMod val="76000"/>
                  </a:schemeClr>
                </a:solidFill>
              </a:rPr>
              <a:t>2025B01010054</a:t>
            </a:r>
          </a:p>
          <a:p>
            <a:pPr algn="r"/>
            <a:r>
              <a:rPr lang="en-US" sz="2000" dirty="0">
                <a:solidFill>
                  <a:schemeClr val="bg2">
                    <a:lumMod val="76000"/>
                  </a:schemeClr>
                </a:solidFill>
              </a:rPr>
              <a:t>CSE-27</a:t>
            </a:r>
          </a:p>
        </p:txBody>
      </p:sp>
      <p:pic>
        <p:nvPicPr>
          <p:cNvPr id="82" name="Picture Placeholder 81" descr="A person holding a phone in front of a car&#10;&#10;AI-generated content may be incorrect.">
            <a:extLst>
              <a:ext uri="{FF2B5EF4-FFF2-40B4-BE49-F238E27FC236}">
                <a16:creationId xmlns:a16="http://schemas.microsoft.com/office/drawing/2014/main" id="{AE42ABB7-57D9-8184-43A8-F8A5E655ABF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585" r="8585"/>
          <a:stretch/>
        </p:blipFill>
        <p:spPr>
          <a:xfrm>
            <a:off x="0" y="-2235"/>
            <a:ext cx="5840730" cy="6862275"/>
          </a:xfr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128A6924-C5CB-8A87-0151-2C09DA0F3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4AB3D48-BA06-09E9-20AA-3DDDC437C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2248570"/>
            <a:ext cx="1209675" cy="5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46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group of yellow stars in speech bubbles&#10;&#10;AI-generated content may be incorrect.">
            <a:extLst>
              <a:ext uri="{FF2B5EF4-FFF2-40B4-BE49-F238E27FC236}">
                <a16:creationId xmlns:a16="http://schemas.microsoft.com/office/drawing/2014/main" id="{7CA67EA2-7A53-8D31-0704-24ACC4F427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370" t="-139" r="15741" b="139"/>
          <a:stretch>
            <a:fillRect/>
          </a:stretch>
        </p:blipFill>
        <p:spPr>
          <a:xfrm flipH="1">
            <a:off x="7163691" y="0"/>
            <a:ext cx="5029233" cy="685804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BB778EE-79FA-C209-67AA-CEB78EC83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b="1" dirty="0"/>
              <a:t>UBER</a:t>
            </a:r>
            <a:r>
              <a:rPr lang="en-GB" dirty="0"/>
              <a:t>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66A489-FCC1-3658-292A-16B4A30FD1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784" y="1873046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3F3F3F"/>
                </a:solidFill>
              </a:rPr>
              <a:t>UberCab, founded in </a:t>
            </a:r>
            <a:r>
              <a:rPr lang="en-GB" b="1" dirty="0">
                <a:solidFill>
                  <a:srgbClr val="3F3F3F"/>
                </a:solidFill>
              </a:rPr>
              <a:t>2009</a:t>
            </a:r>
            <a:r>
              <a:rPr lang="en-GB" dirty="0">
                <a:solidFill>
                  <a:srgbClr val="3F3F3F"/>
                </a:solidFill>
              </a:rPr>
              <a:t>, operates in </a:t>
            </a:r>
            <a:r>
              <a:rPr lang="en-GB" b="1" dirty="0">
                <a:solidFill>
                  <a:srgbClr val="3F3F3F"/>
                </a:solidFill>
              </a:rPr>
              <a:t>70</a:t>
            </a:r>
            <a:r>
              <a:rPr lang="en-GB" dirty="0">
                <a:solidFill>
                  <a:srgbClr val="3F3F3F"/>
                </a:solidFill>
              </a:rPr>
              <a:t> countries, </a:t>
            </a:r>
            <a:r>
              <a:rPr lang="en-GB" b="1" dirty="0">
                <a:solidFill>
                  <a:srgbClr val="3F3F3F"/>
                </a:solidFill>
              </a:rPr>
              <a:t>10,000+</a:t>
            </a:r>
            <a:r>
              <a:rPr lang="en-GB" dirty="0">
                <a:solidFill>
                  <a:srgbClr val="3F3F3F"/>
                </a:solidFill>
              </a:rPr>
              <a:t> cities 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FF71A8-D961-CB4F-9795-F8758BF12A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784" y="2710477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solidFill>
                  <a:srgbClr val="3F3F3F"/>
                </a:solidFill>
              </a:rPr>
              <a:t>Ride-hailing</a:t>
            </a:r>
            <a:r>
              <a:rPr lang="en-GB" dirty="0">
                <a:solidFill>
                  <a:srgbClr val="3F3F3F"/>
                </a:solidFill>
              </a:rPr>
              <a:t> platform, connects passenger and driver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51A485-F544-D596-5424-567FA18410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784" y="4420763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3F3F3F"/>
                </a:solidFill>
              </a:rPr>
              <a:t>Entering in multiple services </a:t>
            </a:r>
            <a:r>
              <a:rPr lang="en-GB" b="1" dirty="0">
                <a:solidFill>
                  <a:srgbClr val="3F3F3F"/>
                </a:solidFill>
              </a:rPr>
              <a:t>UberX, </a:t>
            </a:r>
            <a:r>
              <a:rPr lang="en-GB" b="1" dirty="0" err="1">
                <a:solidFill>
                  <a:srgbClr val="3F3F3F"/>
                </a:solidFill>
              </a:rPr>
              <a:t>UberPool</a:t>
            </a:r>
            <a:r>
              <a:rPr lang="en-GB" b="1" dirty="0">
                <a:solidFill>
                  <a:srgbClr val="3F3F3F"/>
                </a:solidFill>
              </a:rPr>
              <a:t>, </a:t>
            </a:r>
            <a:r>
              <a:rPr lang="en-GB" b="1" dirty="0" err="1">
                <a:solidFill>
                  <a:srgbClr val="3F3F3F"/>
                </a:solidFill>
              </a:rPr>
              <a:t>UberAuto</a:t>
            </a:r>
            <a:r>
              <a:rPr lang="en-GB" b="1" dirty="0">
                <a:solidFill>
                  <a:srgbClr val="3F3F3F"/>
                </a:solidFill>
              </a:rPr>
              <a:t>, </a:t>
            </a:r>
            <a:r>
              <a:rPr lang="en-GB" dirty="0">
                <a:solidFill>
                  <a:srgbClr val="3F3F3F"/>
                </a:solidFill>
              </a:rPr>
              <a:t>and</a:t>
            </a:r>
            <a:r>
              <a:rPr lang="en-GB" b="1" dirty="0">
                <a:solidFill>
                  <a:srgbClr val="3F3F3F"/>
                </a:solidFill>
              </a:rPr>
              <a:t> </a:t>
            </a:r>
            <a:r>
              <a:rPr lang="en-GB" b="1" dirty="0" err="1">
                <a:solidFill>
                  <a:srgbClr val="3F3F3F"/>
                </a:solidFill>
              </a:rPr>
              <a:t>UberEats</a:t>
            </a:r>
            <a:r>
              <a:rPr lang="en-GB" b="1" dirty="0">
                <a:solidFill>
                  <a:srgbClr val="3F3F3F"/>
                </a:solidFill>
              </a:rPr>
              <a:t>,</a:t>
            </a:r>
            <a:r>
              <a:rPr lang="en-GB" dirty="0">
                <a:solidFill>
                  <a:srgbClr val="3F3F3F"/>
                </a:solidFill>
              </a:rPr>
              <a:t> and more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83E5B7-9B7D-87EA-1CEC-61125AEE61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9784" y="5340666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3F3F3F"/>
                </a:solidFill>
              </a:rPr>
              <a:t>Advancing in </a:t>
            </a:r>
            <a:r>
              <a:rPr lang="en-GB" b="1" dirty="0">
                <a:solidFill>
                  <a:srgbClr val="3F3F3F"/>
                </a:solidFill>
              </a:rPr>
              <a:t>EVs</a:t>
            </a:r>
            <a:r>
              <a:rPr lang="en-GB" dirty="0">
                <a:solidFill>
                  <a:srgbClr val="3F3F3F"/>
                </a:solidFill>
              </a:rPr>
              <a:t>, </a:t>
            </a:r>
            <a:r>
              <a:rPr lang="en-GB" b="1" dirty="0">
                <a:solidFill>
                  <a:srgbClr val="3F3F3F"/>
                </a:solidFill>
              </a:rPr>
              <a:t>autonomous driving</a:t>
            </a:r>
            <a:r>
              <a:rPr lang="en-GB" dirty="0">
                <a:solidFill>
                  <a:srgbClr val="3F3F3F"/>
                </a:solidFill>
              </a:rPr>
              <a:t>, sustainable transportation solutions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040744-41AF-FF01-C87B-F212A811C1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784" y="3500955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3F3F3F"/>
                </a:solidFill>
              </a:rPr>
              <a:t>Allows to </a:t>
            </a:r>
            <a:r>
              <a:rPr lang="en-GB" b="1" dirty="0">
                <a:solidFill>
                  <a:srgbClr val="3F3F3F"/>
                </a:solidFill>
              </a:rPr>
              <a:t>book rides</a:t>
            </a:r>
            <a:r>
              <a:rPr lang="en-GB" dirty="0">
                <a:solidFill>
                  <a:srgbClr val="3F3F3F"/>
                </a:solidFill>
              </a:rPr>
              <a:t>, </a:t>
            </a:r>
            <a:r>
              <a:rPr lang="en-GB" b="1" dirty="0">
                <a:solidFill>
                  <a:srgbClr val="3F3F3F"/>
                </a:solidFill>
              </a:rPr>
              <a:t>track drivers</a:t>
            </a:r>
            <a:r>
              <a:rPr lang="en-GB" dirty="0">
                <a:solidFill>
                  <a:srgbClr val="3F3F3F"/>
                </a:solidFill>
              </a:rPr>
              <a:t>, </a:t>
            </a:r>
            <a:r>
              <a:rPr lang="en-GB" b="1" dirty="0">
                <a:solidFill>
                  <a:srgbClr val="3F3F3F"/>
                </a:solidFill>
              </a:rPr>
              <a:t>cashless</a:t>
            </a:r>
            <a:r>
              <a:rPr lang="en-GB" dirty="0">
                <a:solidFill>
                  <a:srgbClr val="3F3F3F"/>
                </a:solidFill>
              </a:rPr>
              <a:t> payments, </a:t>
            </a:r>
            <a:r>
              <a:rPr lang="en-GB" b="1" dirty="0">
                <a:solidFill>
                  <a:srgbClr val="3F3F3F"/>
                </a:solidFill>
              </a:rPr>
              <a:t>rating</a:t>
            </a:r>
            <a:r>
              <a:rPr lang="en-GB" dirty="0">
                <a:solidFill>
                  <a:srgbClr val="3F3F3F"/>
                </a:solidFill>
              </a:rPr>
              <a:t> feedbacks</a:t>
            </a:r>
            <a:endParaRPr lang="en-US" dirty="0">
              <a:solidFill>
                <a:srgbClr val="3F3F3F"/>
              </a:solidFill>
            </a:endParaRPr>
          </a:p>
        </p:txBody>
      </p:sp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72CBE1E-61A0-3F2B-DD9F-110FCD40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2857500"/>
            <a:ext cx="1266825" cy="914400"/>
          </a:xfrm>
          <a:prstGeom prst="rect">
            <a:avLst/>
          </a:prstGeom>
        </p:spPr>
      </p:pic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4CDF925-277F-D113-E549-743ECC5F4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4" y="4419600"/>
            <a:ext cx="1266825" cy="914400"/>
          </a:xfrm>
          <a:prstGeom prst="rect">
            <a:avLst/>
          </a:prstGeom>
        </p:spPr>
      </p:pic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84141D9-F464-F24B-5748-2AE4F237E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4" y="1228725"/>
            <a:ext cx="1266825" cy="914400"/>
          </a:xfrm>
          <a:prstGeom prst="rect">
            <a:avLst/>
          </a:prstGeom>
        </p:spPr>
      </p:pic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FA664F1-AA18-BF1E-04E9-201895305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4" y="5943600"/>
            <a:ext cx="12668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70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70F9-17DA-839C-44F9-7397A5EF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Expansion of UBER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49AB-9182-5EB7-E03A-3E144B8F0E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b="1" u="sng" dirty="0"/>
              <a:t>UberAuto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EECEA-D837-E96C-CC5D-8C8B986DA3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A service that connects riders with </a:t>
            </a:r>
            <a:r>
              <a:rPr lang="en-US" b="1" dirty="0">
                <a:ea typeface="+mn-lt"/>
                <a:cs typeface="+mn-lt"/>
              </a:rPr>
              <a:t>auto-rickshaws</a:t>
            </a:r>
            <a:r>
              <a:rPr lang="en-US" dirty="0">
                <a:ea typeface="+mn-lt"/>
                <a:cs typeface="+mn-lt"/>
              </a:rPr>
              <a:t> in cities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D828F9-B330-B117-FF6A-8F0C124447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b="1" u="sng" dirty="0"/>
              <a:t>UberPool</a:t>
            </a:r>
            <a:endParaRPr lang="en-US" b="1" u="sng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FA0DAA-37F3-A33A-6A49-3568311D08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>
                <a:solidFill>
                  <a:srgbClr val="E6E8F0"/>
                </a:solidFill>
                <a:ea typeface="+mn-lt"/>
                <a:cs typeface="+mn-lt"/>
              </a:rPr>
              <a:t>A ride-sharing option, you </a:t>
            </a:r>
            <a:r>
              <a:rPr lang="en-US" b="1" dirty="0">
                <a:solidFill>
                  <a:srgbClr val="E6E8F0"/>
                </a:solidFill>
                <a:ea typeface="+mn-lt"/>
                <a:cs typeface="+mn-lt"/>
              </a:rPr>
              <a:t>share a ride</a:t>
            </a:r>
            <a:r>
              <a:rPr lang="en-US" dirty="0">
                <a:solidFill>
                  <a:srgbClr val="E6E8F0"/>
                </a:solidFill>
                <a:ea typeface="+mn-lt"/>
                <a:cs typeface="+mn-lt"/>
              </a:rPr>
              <a:t> with other passengers going in the </a:t>
            </a:r>
            <a:r>
              <a:rPr lang="en-US" b="1" dirty="0">
                <a:solidFill>
                  <a:srgbClr val="E6E8F0"/>
                </a:solidFill>
                <a:ea typeface="+mn-lt"/>
                <a:cs typeface="+mn-lt"/>
              </a:rPr>
              <a:t>same direction</a:t>
            </a:r>
            <a:r>
              <a:rPr lang="en-US" dirty="0">
                <a:solidFill>
                  <a:srgbClr val="E6E8F0"/>
                </a:solidFill>
                <a:ea typeface="+mn-lt"/>
                <a:cs typeface="+mn-lt"/>
              </a:rPr>
              <a:t> to </a:t>
            </a:r>
            <a:r>
              <a:rPr lang="en-US" b="1" dirty="0">
                <a:solidFill>
                  <a:srgbClr val="E6E8F0"/>
                </a:solidFill>
                <a:ea typeface="+mn-lt"/>
                <a:cs typeface="+mn-lt"/>
              </a:rPr>
              <a:t>lower the charges</a:t>
            </a:r>
            <a:endParaRPr lang="en-US" b="1">
              <a:solidFill>
                <a:srgbClr val="E6E8F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6C42F-6E4C-CC8A-0CCC-46E1AAF5C7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b="1" u="sng" dirty="0"/>
              <a:t>UberEats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EADD7E-590E-81AB-52E8-354DDB041D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82868" y="3989404"/>
            <a:ext cx="2275880" cy="893763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Online food </a:t>
            </a:r>
            <a:r>
              <a:rPr lang="en-US" dirty="0"/>
              <a:t>delivery service that connects customers to local restaurants</a:t>
            </a:r>
          </a:p>
        </p:txBody>
      </p:sp>
      <p:pic>
        <p:nvPicPr>
          <p:cNvPr id="22" name="Picture Placeholder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9C667E7-41AB-5E0D-8FE2-47ACE1E919A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8997" b="8997"/>
          <a:stretch>
            <a:fillRect/>
          </a:stretch>
        </p:blipFill>
        <p:spPr>
          <a:xfrm>
            <a:off x="2354241" y="2954840"/>
            <a:ext cx="967241" cy="794534"/>
          </a:xfrm>
          <a:prstGeom prst="rect">
            <a:avLst/>
          </a:prstGeom>
        </p:spPr>
      </p:pic>
      <p:pic>
        <p:nvPicPr>
          <p:cNvPr id="20" name="Picture Placeholder 19" descr="A black and white logo&#10;&#10;AI-generated content may be incorrect.">
            <a:extLst>
              <a:ext uri="{FF2B5EF4-FFF2-40B4-BE49-F238E27FC236}">
                <a16:creationId xmlns:a16="http://schemas.microsoft.com/office/drawing/2014/main" id="{AE1D6F7F-0EB5-0BF3-A02F-30E12E913F0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l="6953" r="6953"/>
          <a:stretch/>
        </p:blipFill>
        <p:spPr>
          <a:prstGeom prst="rect">
            <a:avLst/>
          </a:prstGeom>
        </p:spPr>
      </p:pic>
      <p:pic>
        <p:nvPicPr>
          <p:cNvPr id="18" name="Picture Placeholder 17" descr="A green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288FC395-7A43-6C22-6198-7D2451462D3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4502" b="4502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2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4529-E161-2965-7935-CBD6C1A6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0A71EA3-E4D2-2C47-8D0C-9C52D98E2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A8E4019D-E02C-DF71-62F3-E9E0117232D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62E506C-2A86-F2CF-C525-154EF3915B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8AF932-F171-DFB6-05D8-058A720BB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4F47C65-E6A5-3FDC-CC27-3C0AA1F1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96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BEE8-5E50-54D8-AAC2-3B4F16F5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C87155F-B1C8-C7F1-2529-483B7CC70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B06843F4-90FE-A78A-77E7-9384D3165F8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6B02560-9723-F5A4-220C-E5D054AA6E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3600" dirty="0"/>
              <a:t>Empathize</a:t>
            </a:r>
            <a:endParaRPr lang="en-US"/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401C35-8C51-A2B7-E049-6B391CCD6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049801B-C622-5417-8109-466AEF72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95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05B2-7207-AE5E-3D5E-805D26AF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waving at a taxi&#10;&#10;AI-generated content may be incorrect.">
            <a:extLst>
              <a:ext uri="{FF2B5EF4-FFF2-40B4-BE49-F238E27FC236}">
                <a16:creationId xmlns:a16="http://schemas.microsoft.com/office/drawing/2014/main" id="{7F2C02EE-27DA-455D-B0AE-BE39F8C4F66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2468" r="22468"/>
          <a:stretch>
            <a:fillRect/>
          </a:stretch>
        </p:blipFill>
        <p:spPr>
          <a:xfrm flipH="1">
            <a:off x="7163691" y="0"/>
            <a:ext cx="5044966" cy="6871582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DC1D4-8E6D-AACE-ABBA-FB6267FAF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AB1BB1-F57A-A2F6-82CB-FE74BEFBC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167640"/>
            <a:ext cx="6732237" cy="1017147"/>
          </a:xfrm>
        </p:spPr>
        <p:txBody>
          <a:bodyPr/>
          <a:lstStyle/>
          <a:p>
            <a:r>
              <a:rPr lang="en-GB" b="1" dirty="0"/>
              <a:t>Empathize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F9D932-5569-2D32-7875-C466EC7F86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9962" y="1180038"/>
            <a:ext cx="5885179" cy="5334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Riders: quick, reliable, affordable transportation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C7E4A4-59B4-D88D-4778-DB997BCAC3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9962" y="1716272"/>
            <a:ext cx="5885179" cy="5334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Drivers: flexible earning opportunities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FE703C-05F7-3D2C-40ED-01E870CBEB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9962" y="2744878"/>
            <a:ext cx="5885179" cy="5334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Taxi prices were unpredictable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033144-226F-37E1-95F4-3F4C967A76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9962" y="3281206"/>
            <a:ext cx="5866129" cy="7524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Drivers struggles to find consistent passengers and had to wait idle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B9CA01-CE88-21D5-133A-81F034D04E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9962" y="2246744"/>
            <a:ext cx="5885179" cy="5334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Difficult to find taxi in rush hours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164E5-79BA-D3B9-0949-8EF23AED306E}"/>
              </a:ext>
            </a:extLst>
          </p:cNvPr>
          <p:cNvSpPr txBox="1"/>
          <p:nvPr/>
        </p:nvSpPr>
        <p:spPr>
          <a:xfrm>
            <a:off x="462940" y="4289773"/>
            <a:ext cx="607512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Empathy Tools: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User interviews:</a:t>
            </a:r>
            <a:r>
              <a:rPr lang="en-GB" dirty="0">
                <a:ea typeface="+mn-lt"/>
                <a:cs typeface="+mn-lt"/>
              </a:rPr>
              <a:t> Talking to commuters frustrated by high rates/unavailability.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Surveys:</a:t>
            </a:r>
            <a:r>
              <a:rPr lang="en-GB" dirty="0">
                <a:ea typeface="+mn-lt"/>
                <a:cs typeface="+mn-lt"/>
              </a:rPr>
              <a:t> Gathering data on wait times, and cost expectations.</a:t>
            </a: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Observation:</a:t>
            </a:r>
            <a:r>
              <a:rPr lang="en-GB" dirty="0">
                <a:ea typeface="+mn-lt"/>
                <a:cs typeface="+mn-lt"/>
              </a:rPr>
              <a:t> Watching how users book taxis, deal with cash payments, and wait times.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981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995B-A2BD-84B2-6EFA-E8042535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09C536E-441B-1D84-3214-84549D05B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87E40FB-F873-02C1-AC4D-037BD0ED180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FC46F2-81C8-C981-5254-ADEDCB0F6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3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85184B-1FAF-A68C-79FC-6C4DA01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9D88BFD-9086-4F53-DAB2-F407351A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20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F94-FF93-B213-4F35-712259B2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CB22FBD-D825-654A-7C01-397F2157C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C8E02539-FFB6-D935-5156-F7AE4988EE1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C856E21-D865-CA16-BB80-02E8334DF4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3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A0CA88-430A-1E01-C886-6E17F0BA4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BDCC2D5-793E-4BE4-FE20-814EFC98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7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77DD-03B2-6864-0368-BF34C602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sitting on a question mark with a computer&#10;&#10;AI-generated content may be incorrect.">
            <a:extLst>
              <a:ext uri="{FF2B5EF4-FFF2-40B4-BE49-F238E27FC236}">
                <a16:creationId xmlns:a16="http://schemas.microsoft.com/office/drawing/2014/main" id="{21914DC9-B862-1869-1668-1D978984AC1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4478" t="-456" r="3283" b="456"/>
          <a:stretch>
            <a:fillRect/>
          </a:stretch>
        </p:blipFill>
        <p:spPr>
          <a:xfrm flipH="1">
            <a:off x="7163691" y="0"/>
            <a:ext cx="5052023" cy="6871589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D87C9-88AF-E91B-62A7-CB407F23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FBABCD-243A-596E-C481-5C8B644A6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Define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6CEA29-87B1-27CD-37CA-C6DF7CF643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9487" y="1894413"/>
            <a:ext cx="5885179" cy="533400"/>
          </a:xfrm>
        </p:spPr>
        <p:txBody>
          <a:bodyPr>
            <a:normAutofit/>
          </a:bodyPr>
          <a:lstStyle/>
          <a:p>
            <a:r>
              <a:rPr lang="en-GB" sz="2400" b="1" u="sng" dirty="0">
                <a:solidFill>
                  <a:schemeClr val="tx2"/>
                </a:solidFill>
              </a:rPr>
              <a:t>Problem Statement:-</a:t>
            </a:r>
            <a:endParaRPr lang="en-US" sz="2400" b="1" u="sng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7D82D-C5EE-F446-3565-03790D1491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6079" y="2949535"/>
            <a:ext cx="6599554" cy="962025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tx1">
                    <a:lumMod val="76000"/>
                    <a:lumOff val="24000"/>
                  </a:schemeClr>
                </a:solidFill>
              </a:rPr>
              <a:t>"How can passengers have a reliable way to book rides and how can drivers have a more flexible way of earning money?"</a:t>
            </a:r>
          </a:p>
        </p:txBody>
      </p:sp>
    </p:spTree>
    <p:extLst>
      <p:ext uri="{BB962C8B-B14F-4D97-AF65-F5344CB8AC3E}">
        <p14:creationId xmlns:p14="http://schemas.microsoft.com/office/powerpoint/2010/main" val="3419355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3B6A-1441-87F5-F280-83B01FC5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54518C-90AC-FDAB-0BF8-0D302A242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41455974-81E2-4202-A0E5-43C5641A62F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E49432C-645A-F9EB-292A-ADEC110F54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3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79E8E6-EC57-3962-06D8-F8A30CAE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20408C7-4EE2-F79B-EA4C-2EEE3FDB9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58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EB87-9957-BED6-D363-62344F16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7AFA32-0126-1501-5FAF-7B7BE8436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B8BEB748-4AAA-239B-EC17-A47AB03B10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7DF2A4-8974-4448-3847-891088A9E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3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7E565-25CD-9168-D2F1-7E7ED0BE4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8342DC-C498-C319-0C8A-02C071E7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9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BD3B-3191-A932-4C9D-0AF3B3E4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computer screen with icons and symbols&#10;&#10;AI-generated content may be incorrect.">
            <a:extLst>
              <a:ext uri="{FF2B5EF4-FFF2-40B4-BE49-F238E27FC236}">
                <a16:creationId xmlns:a16="http://schemas.microsoft.com/office/drawing/2014/main" id="{AF130C7F-1070-7EC5-A867-9A94269BAB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2763" t="1064" r="25834" b="-1064"/>
          <a:stretch>
            <a:fillRect/>
          </a:stretch>
        </p:blipFill>
        <p:spPr>
          <a:xfrm flipH="1">
            <a:off x="7163691" y="0"/>
            <a:ext cx="5053888" cy="68715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93B580-1E13-7961-4351-1A7751A738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Ideate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559F7-E35B-E3B2-93F5-B26768CD4E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8537" y="1894413"/>
            <a:ext cx="1589404" cy="5334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3F3F3F"/>
                </a:solidFill>
                <a:ea typeface="+mn-lt"/>
                <a:cs typeface="+mn-lt"/>
              </a:rPr>
              <a:t>Core need -</a:t>
            </a:r>
            <a:endParaRPr lang="en-GB" dirty="0">
              <a:solidFill>
                <a:srgbClr val="3F3F3F"/>
              </a:solidFill>
              <a:ea typeface="+mn-lt"/>
              <a:cs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1CE1CD-4E7D-7A6F-C813-FC7E58AE90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79212" y="1716272"/>
            <a:ext cx="5885179" cy="100965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Digital platform that connects riders and drivers in real time, with pricing transparency and cashless transactions for ease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94E3A9-30A6-4B62-6844-E825D96AD4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8537" y="3900331"/>
            <a:ext cx="5885179" cy="2286000"/>
          </a:xfrm>
        </p:spPr>
        <p:txBody>
          <a:bodyPr vert="horz" lIns="0" tIns="45720" rIns="0" bIns="0" rtlCol="0" anchor="b"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3F3F3F"/>
                </a:solidFill>
              </a:rPr>
              <a:t>GPS based tracking</a:t>
            </a:r>
            <a:endParaRPr lang="en-US" sz="2400">
              <a:solidFill>
                <a:srgbClr val="7F7F7F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3F3F3F"/>
                </a:solidFill>
              </a:rPr>
              <a:t>Dynamic pricing</a:t>
            </a:r>
            <a:endParaRPr lang="en-US" sz="2400">
              <a:solidFill>
                <a:srgbClr val="7F7F7F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3F3F3F"/>
                </a:solidFill>
              </a:rPr>
              <a:t>Rating and feedback system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3F3F3F"/>
                </a:solidFill>
              </a:rPr>
              <a:t>Ride sharing</a:t>
            </a:r>
          </a:p>
        </p:txBody>
      </p:sp>
    </p:spTree>
    <p:extLst>
      <p:ext uri="{BB962C8B-B14F-4D97-AF65-F5344CB8AC3E}">
        <p14:creationId xmlns:p14="http://schemas.microsoft.com/office/powerpoint/2010/main" val="246076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00D5-7CD3-882D-22D1-38E80055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18F2D7E-6D87-620B-85EE-821DA8B9B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D4C1A040-B805-48C1-0A9C-937269017B5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2A11F5-2CEB-AD41-8FF2-F10AECC7E0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3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D54679-F5D9-D4C4-6AAC-F1A17EFE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BB006E5-A748-5A11-3553-B060CE19D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78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FD1F-39C5-57A1-4DAA-348C995B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11BC9ED-7159-8FA2-40DA-AD3D1C23A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1A77ECDF-00E8-33F2-964C-BD8BCE9D75A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B088F8-C470-3DAA-8912-D6A71ADAB7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3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0E18E7-3120-1EFF-C4C0-5EC21AD88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C8D37D-8CCB-7983-F94E-880AC51E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3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2B58-0BE3-0FA8-1B44-15F84544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holding a phone&#10;&#10;AI-generated content may be incorrect.">
            <a:extLst>
              <a:ext uri="{FF2B5EF4-FFF2-40B4-BE49-F238E27FC236}">
                <a16:creationId xmlns:a16="http://schemas.microsoft.com/office/drawing/2014/main" id="{DCD9E574-E6A3-1833-142C-F98DDA4D82E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5520" t="152" r="7351" b="-305"/>
          <a:stretch>
            <a:fillRect/>
          </a:stretch>
        </p:blipFill>
        <p:spPr>
          <a:xfrm flipH="1">
            <a:off x="7144641" y="-9525"/>
            <a:ext cx="5053623" cy="6882048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2A3E3F2-ECF2-2F7C-79DF-B1DCF5417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Prototype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B3B71-69A6-3739-D647-A38ABD5EA5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02987" y="1932513"/>
            <a:ext cx="5170804" cy="89535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A mobile app interface for both riders and drivers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3D950D-DAB3-810B-93B9-A5B9CF2C79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0437" y="2992622"/>
            <a:ext cx="5885179" cy="5334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3F3F3F"/>
                </a:solidFill>
              </a:rPr>
              <a:t>Features: 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AB2A6B-8808-F57D-FBDA-81ECECD559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02987" y="3180194"/>
            <a:ext cx="5694679" cy="2286000"/>
          </a:xfrm>
        </p:spPr>
        <p:txBody>
          <a:bodyPr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solidFill>
                  <a:srgbClr val="3F3F3F"/>
                </a:solidFill>
              </a:rPr>
              <a:t>'Request a Ride' button</a:t>
            </a:r>
            <a:endParaRPr lang="en-US"/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solidFill>
                  <a:srgbClr val="3F3F3F"/>
                </a:solidFill>
              </a:rPr>
              <a:t>Real time Map View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solidFill>
                  <a:srgbClr val="3F3F3F"/>
                </a:solidFill>
              </a:rPr>
              <a:t>Driver details and ETA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>
                <a:solidFill>
                  <a:srgbClr val="3F3F3F"/>
                </a:solidFill>
              </a:rPr>
              <a:t>In-app payment option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solidFill>
                  <a:srgbClr val="3F3F3F"/>
                </a:solidFill>
              </a:rPr>
              <a:t>Ride history and ratings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5F04A-5A00-C46B-1184-CE7939238FB3}"/>
              </a:ext>
            </a:extLst>
          </p:cNvPr>
          <p:cNvSpPr txBox="1"/>
          <p:nvPr/>
        </p:nvSpPr>
        <p:spPr>
          <a:xfrm>
            <a:off x="451793" y="2196928"/>
            <a:ext cx="14107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UberCab:</a:t>
            </a:r>
          </a:p>
        </p:txBody>
      </p:sp>
    </p:spTree>
    <p:extLst>
      <p:ext uri="{BB962C8B-B14F-4D97-AF65-F5344CB8AC3E}">
        <p14:creationId xmlns:p14="http://schemas.microsoft.com/office/powerpoint/2010/main" val="2980845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66AB-B1C4-BD35-BDFC-ACB2BA13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F996707-B42C-923A-7828-36A577795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FFC7B4DC-5513-AABE-F593-B00D742F1E8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019EC9B-8658-F776-14B6-A5E89059EF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3600" dirty="0"/>
              <a:t>Prototype</a:t>
            </a:r>
          </a:p>
          <a:p>
            <a:r>
              <a:rPr lang="en-US" sz="1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ABD941-A07E-E404-36A3-B13699C81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4067208-53D3-799E-063F-BBE140520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792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2E8C-883B-443E-2450-611D11DA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AEED156-6902-F32D-238E-47532D29B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5 Stages of Design Thinking Model</a:t>
            </a:r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4A683B83-EB5C-AFD0-700F-1D369AB511C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BED0FB-FAE8-7F57-22D8-5789A20E14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233" y="3186692"/>
            <a:ext cx="4899341" cy="3331866"/>
          </a:xfrm>
        </p:spPr>
        <p:txBody>
          <a:bodyPr vert="horz" lIns="91440" tIns="0" rIns="0" bIns="45720" rtlCol="0" anchor="t">
            <a:noAutofit/>
          </a:bodyPr>
          <a:lstStyle/>
          <a:p>
            <a:r>
              <a:rPr lang="en-US" sz="1600" dirty="0"/>
              <a:t>Empathize</a:t>
            </a:r>
          </a:p>
          <a:p>
            <a:r>
              <a:rPr lang="en-US" sz="1600" dirty="0"/>
              <a:t>Define</a:t>
            </a:r>
          </a:p>
          <a:p>
            <a:r>
              <a:rPr lang="en-US" sz="1600" dirty="0"/>
              <a:t>Ideate</a:t>
            </a:r>
          </a:p>
          <a:p>
            <a:r>
              <a:rPr lang="en-US" sz="1600" dirty="0"/>
              <a:t>Prototype</a:t>
            </a:r>
          </a:p>
          <a:p>
            <a:r>
              <a:rPr lang="en-US" sz="3600" dirty="0"/>
              <a:t>Testing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9C103E-D052-C8D6-AA0E-F88059EE5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63BEF2E-2460-167F-6052-641715A44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2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BF79E-C7FD-AAC0-603A-C8F10C53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driving a car with a person behind him&#10;&#10;AI-generated content may be incorrect.">
            <a:extLst>
              <a:ext uri="{FF2B5EF4-FFF2-40B4-BE49-F238E27FC236}">
                <a16:creationId xmlns:a16="http://schemas.microsoft.com/office/drawing/2014/main" id="{77DCCC43-9219-F500-38C2-4676168CF3E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8119" t="304" r="12942" b="-304"/>
          <a:stretch>
            <a:fillRect/>
          </a:stretch>
        </p:blipFill>
        <p:spPr>
          <a:xfrm flipH="1">
            <a:off x="7163691" y="0"/>
            <a:ext cx="5053445" cy="6871604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92D103D-9852-A68B-4B8F-CFEB050EE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Testing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B40CEF-E940-5F43-718B-1F76352DF7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8537" y="1932513"/>
            <a:ext cx="5866129" cy="85725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3F3F3F"/>
                </a:solidFill>
              </a:rPr>
              <a:t>App</a:t>
            </a:r>
            <a:r>
              <a:rPr lang="en-GB" dirty="0">
                <a:solidFill>
                  <a:srgbClr val="3F3F3F"/>
                </a:solidFill>
                <a:ea typeface="+mn-lt"/>
                <a:cs typeface="+mn-lt"/>
              </a:rPr>
              <a:t> launched to a small group of users in San Francisco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99505A-5E1B-3FF3-3A01-E8F7C0D16F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8537" y="2925947"/>
            <a:ext cx="6028054" cy="1009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3F3F3F"/>
                </a:solidFill>
              </a:rPr>
              <a:t>Collected user feedback, regarding ease of use, wait times, trust levels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93B7E00-D326-DBC1-37B5-5B8CD01632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8537" y="4075544"/>
            <a:ext cx="5866129" cy="1009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3F3F3F"/>
                </a:solidFill>
              </a:rPr>
              <a:t>Collected driver feedback, regarding navigating ease and earnings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96402" cy="982974"/>
          </a:xfrm>
        </p:spPr>
        <p:txBody>
          <a:bodyPr vert="horz" lIns="91440" tIns="91440" rIns="9144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Users loved the convenience and predictability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3957" r="13957"/>
          <a:stretch>
            <a:fillRect/>
          </a:stretch>
        </p:blipFill>
        <p:spPr>
          <a:xfrm>
            <a:off x="0" y="0"/>
            <a:ext cx="5567284" cy="5993129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2646061"/>
            <a:ext cx="4796710" cy="1240139"/>
          </a:xfrm>
        </p:spPr>
        <p:txBody>
          <a:bodyPr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Evolved into a </a:t>
            </a:r>
            <a:r>
              <a:rPr lang="en-US" sz="2400" b="1" dirty="0">
                <a:ea typeface="+mn-lt"/>
                <a:cs typeface="+mn-lt"/>
              </a:rPr>
              <a:t>global platform</a:t>
            </a:r>
            <a:r>
              <a:rPr lang="en-US" sz="2400" dirty="0">
                <a:ea typeface="+mn-lt"/>
                <a:cs typeface="+mn-lt"/>
              </a:rPr>
              <a:t> with services like </a:t>
            </a:r>
            <a:r>
              <a:rPr lang="en-US" sz="2400" dirty="0" err="1">
                <a:ea typeface="+mn-lt"/>
                <a:cs typeface="+mn-lt"/>
              </a:rPr>
              <a:t>UberPool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UberEats</a:t>
            </a:r>
            <a:r>
              <a:rPr lang="en-US" sz="2400" dirty="0">
                <a:ea typeface="+mn-lt"/>
                <a:cs typeface="+mn-lt"/>
              </a:rPr>
              <a:t>, and </a:t>
            </a:r>
            <a:r>
              <a:rPr lang="en-US" sz="2400" dirty="0" err="1">
                <a:ea typeface="+mn-lt"/>
                <a:cs typeface="+mn-lt"/>
              </a:rPr>
              <a:t>UberMoto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9788" y="4068110"/>
            <a:ext cx="4796710" cy="1240139"/>
          </a:xfrm>
        </p:spPr>
        <p:txBody>
          <a:bodyPr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Continuous testing and refinements, new features, and local customizations.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0C3C972-F327-1F9C-9339-7B545E628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87" y="1336779"/>
            <a:ext cx="3037562" cy="1658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BA5C25-7A7A-5689-D598-156234A03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37" y="2900893"/>
            <a:ext cx="3486411" cy="150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E610-67A0-F9F3-5839-29440DBC4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84970"/>
            <a:ext cx="8935507" cy="949467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09787-72BA-B879-CB26-0AC415F258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4847" y="1357411"/>
            <a:ext cx="6931025" cy="5501144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GB" sz="1800" dirty="0"/>
              <a:t>UBER wanted to solve the problem of high charges and taxi waiting periods for customers in rush hours</a:t>
            </a:r>
          </a:p>
          <a:p>
            <a:pPr marL="0" indent="0">
              <a:buNone/>
            </a:pPr>
            <a:r>
              <a:rPr lang="en-GB" sz="1800" dirty="0"/>
              <a:t>Wanted to make more flexible source of income for drivers and also reduce their idle time</a:t>
            </a:r>
          </a:p>
          <a:p>
            <a:pPr marL="0" indent="0">
              <a:buNone/>
            </a:pPr>
            <a:r>
              <a:rPr lang="en-GB" sz="1800" dirty="0"/>
              <a:t>Made an app for digital booking of cabs for the ease of both</a:t>
            </a:r>
          </a:p>
          <a:p>
            <a:pPr marL="0" indent="0">
              <a:buNone/>
            </a:pPr>
            <a:r>
              <a:rPr lang="en-GB" sz="1800" dirty="0"/>
              <a:t>Included cashless payments, GPS tracking of the ride, live location of driver, ETA, rating feedback system</a:t>
            </a:r>
          </a:p>
          <a:p>
            <a:pPr marL="0" indent="0">
              <a:buNone/>
            </a:pPr>
            <a:r>
              <a:rPr lang="en-GB" sz="1800" dirty="0"/>
              <a:t>Launched the app within a small group of individuals</a:t>
            </a:r>
          </a:p>
          <a:p>
            <a:pPr marL="0" indent="0">
              <a:buNone/>
            </a:pPr>
            <a:r>
              <a:rPr lang="en-GB" sz="1800" dirty="0"/>
              <a:t>Became so popular, got released on global level</a:t>
            </a:r>
          </a:p>
          <a:p>
            <a:pPr marL="0" indent="0">
              <a:buNone/>
            </a:pPr>
            <a:r>
              <a:rPr lang="en-GB" sz="1800" dirty="0"/>
              <a:t>Now active in 70 countries and 10,000+ cities</a:t>
            </a:r>
          </a:p>
          <a:p>
            <a:pPr marL="0" indent="0">
              <a:buNone/>
            </a:pPr>
            <a:r>
              <a:rPr lang="en-GB" sz="1800" dirty="0"/>
              <a:t>Expanded to </a:t>
            </a:r>
            <a:r>
              <a:rPr lang="en-GB" sz="1800" err="1"/>
              <a:t>UberMoto</a:t>
            </a:r>
            <a:r>
              <a:rPr lang="en-GB" sz="1800" dirty="0"/>
              <a:t>, </a:t>
            </a:r>
            <a:r>
              <a:rPr lang="en-GB" sz="1800" err="1"/>
              <a:t>UberAuto</a:t>
            </a:r>
            <a:r>
              <a:rPr lang="en-GB" sz="1800" dirty="0"/>
              <a:t>, </a:t>
            </a:r>
            <a:r>
              <a:rPr lang="en-GB" sz="1800" err="1"/>
              <a:t>UberPool</a:t>
            </a:r>
            <a:r>
              <a:rPr lang="en-GB" sz="1800" dirty="0"/>
              <a:t>, </a:t>
            </a:r>
            <a:r>
              <a:rPr lang="en-GB" sz="1800" err="1"/>
              <a:t>UberEats</a:t>
            </a:r>
            <a:r>
              <a:rPr lang="en-GB" sz="1800" dirty="0"/>
              <a:t>, EVs, autonomous driving.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E2B970F-D820-965E-E932-DC4FB2B3251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574" r="21574"/>
          <a:stretch/>
        </p:blipFill>
        <p:spPr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</p:pic>
    </p:spTree>
    <p:extLst>
      <p:ext uri="{BB962C8B-B14F-4D97-AF65-F5344CB8AC3E}">
        <p14:creationId xmlns:p14="http://schemas.microsoft.com/office/powerpoint/2010/main" val="2347158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black triangle pattern&#10;&#10;AI-generated content may be incorrect.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268" r="7268"/>
          <a:stretch/>
        </p:blipFill>
        <p:spPr>
          <a:xfrm>
            <a:off x="-29499" y="-2236"/>
            <a:ext cx="6814124" cy="68710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90D79-5C58-F576-D2D0-3F4F1822E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4622" y="5468607"/>
            <a:ext cx="3252582" cy="1125310"/>
          </a:xfrm>
        </p:spPr>
        <p:txBody>
          <a:bodyPr vert="horz" lIns="91440" tIns="0" rIns="0" bIns="45720" rtlCol="0" anchor="t">
            <a:normAutofit/>
          </a:bodyPr>
          <a:lstStyle/>
          <a:p>
            <a:r>
              <a:rPr lang="en-US" dirty="0"/>
              <a:t>Created and Presented by:</a:t>
            </a:r>
          </a:p>
          <a:p>
            <a:pPr algn="r"/>
            <a:r>
              <a:rPr lang="en-US" dirty="0"/>
              <a:t>Siddhant Saxena</a:t>
            </a:r>
          </a:p>
          <a:p>
            <a:pPr algn="r"/>
            <a:r>
              <a:rPr lang="en-US" dirty="0"/>
              <a:t>CSE-27</a:t>
            </a:r>
          </a:p>
          <a:p>
            <a:pPr algn="r"/>
            <a:r>
              <a:rPr lang="en-US" dirty="0"/>
              <a:t>2025B01010054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EC7BE6E-11C4-168C-57BC-EBDD4E9AA9E9}"/>
              </a:ext>
            </a:extLst>
          </p:cNvPr>
          <p:cNvSpPr txBox="1"/>
          <p:nvPr/>
        </p:nvSpPr>
        <p:spPr>
          <a:xfrm>
            <a:off x="835068" y="1210849"/>
            <a:ext cx="302712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dirty="0">
                <a:solidFill>
                  <a:schemeClr val="accent1"/>
                </a:solidFill>
              </a:rPr>
              <a:t>Design Thinking</a:t>
            </a:r>
            <a:endParaRPr lang="en-US" sz="3200" dirty="0">
              <a:solidFill>
                <a:schemeClr val="accent1"/>
              </a:solidFill>
            </a:endParaRPr>
          </a:p>
          <a:p>
            <a:pPr algn="ctr"/>
            <a:endParaRPr lang="en-GB" sz="3200" dirty="0">
              <a:solidFill>
                <a:schemeClr val="accent1"/>
              </a:solidFill>
            </a:endParaRPr>
          </a:p>
          <a:p>
            <a:pPr algn="ctr"/>
            <a:r>
              <a:rPr lang="en-GB" sz="3200" dirty="0">
                <a:solidFill>
                  <a:schemeClr val="accent1"/>
                </a:solidFill>
              </a:rPr>
              <a:t>5 Stage Model</a:t>
            </a:r>
            <a:endParaRPr lang="en-GB">
              <a:solidFill>
                <a:schemeClr val="accent1"/>
              </a:solidFill>
            </a:endParaRPr>
          </a:p>
          <a:p>
            <a:pPr algn="ctr"/>
            <a:endParaRPr lang="en-GB" sz="3200" dirty="0">
              <a:solidFill>
                <a:schemeClr val="accent1"/>
              </a:solidFill>
            </a:endParaRPr>
          </a:p>
          <a:p>
            <a:pPr algn="ctr"/>
            <a:r>
              <a:rPr lang="en-GB" sz="3200" dirty="0">
                <a:solidFill>
                  <a:schemeClr val="accent1"/>
                </a:solidFill>
              </a:rPr>
              <a:t>UBER</a:t>
            </a:r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FB1EDDE-6FFC-0449-C7D9-7B8D658E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507" y="4144697"/>
            <a:ext cx="1440495" cy="77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15CCAF-B227-4420-8A82-899C4EC3371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</Words>
  <Application>Microsoft Office PowerPoint</Application>
  <PresentationFormat>Widescreen</PresentationFormat>
  <Paragraphs>98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</vt:lpstr>
      <vt:lpstr>Design Thinking Model- </vt:lpstr>
      <vt:lpstr>What is UBER?</vt:lpstr>
      <vt:lpstr>Expansion of UBER</vt:lpstr>
      <vt:lpstr>5 Stages of Design Thinking Model</vt:lpstr>
      <vt:lpstr>5 Stages of Design Thinking Model</vt:lpstr>
      <vt:lpstr>Empathize</vt:lpstr>
      <vt:lpstr>5 Stages of Design Thinking Model</vt:lpstr>
      <vt:lpstr>5 Stages of Design Thinking Model</vt:lpstr>
      <vt:lpstr>Define</vt:lpstr>
      <vt:lpstr>5 Stages of Design Thinking Model</vt:lpstr>
      <vt:lpstr>5 Stages of Design Thinking Model</vt:lpstr>
      <vt:lpstr>Ideate</vt:lpstr>
      <vt:lpstr>5 Stages of Design Thinking Model</vt:lpstr>
      <vt:lpstr>5 Stages of Design Thinking Model</vt:lpstr>
      <vt:lpstr>Prototype</vt:lpstr>
      <vt:lpstr>5 Stages of Design Thinking Model</vt:lpstr>
      <vt:lpstr>5 Stages of Design Thinking Model</vt:lpstr>
      <vt:lpstr>Testing</vt:lpstr>
      <vt:lpstr>Outcomes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912</cp:revision>
  <dcterms:created xsi:type="dcterms:W3CDTF">2025-11-06T16:40:30Z</dcterms:created>
  <dcterms:modified xsi:type="dcterms:W3CDTF">2025-11-08T13:18:09Z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