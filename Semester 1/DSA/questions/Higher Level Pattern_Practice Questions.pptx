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1242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40B0-A415-4F04-9466-CDDDD1E80925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325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40B0-A415-4F04-9466-CDDDD1E80925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913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40B0-A415-4F04-9466-CDDDD1E80925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923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40B0-A415-4F04-9466-CDDDD1E80925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348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40B0-A415-4F04-9466-CDDDD1E80925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029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40B0-A415-4F04-9466-CDDDD1E80925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010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40B0-A415-4F04-9466-CDDDD1E80925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297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40B0-A415-4F04-9466-CDDDD1E80925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860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40B0-A415-4F04-9466-CDDDD1E80925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618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40B0-A415-4F04-9466-CDDDD1E80925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067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240B0-A415-4F04-9466-CDDDD1E80925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152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240B0-A415-4F04-9466-CDDDD1E80925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7E187A-A1C9-415E-9805-175262EA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022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806188"/>
              </p:ext>
            </p:extLst>
          </p:nvPr>
        </p:nvGraphicFramePr>
        <p:xfrm>
          <a:off x="602974" y="457200"/>
          <a:ext cx="8160026" cy="59435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10007"/>
                <a:gridCol w="5950019"/>
              </a:tblGrid>
              <a:tr h="636814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sz="1800" spc="-10" dirty="0" smtClean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1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Butterfly Star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Pattern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1C1C1C"/>
                    </a:solidFill>
                  </a:tcPr>
                </a:tc>
              </a:tr>
              <a:tr h="636814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Problem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Statement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Write a program to print a butterfly pattern of stars using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loops.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636814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Input</a:t>
                      </a:r>
                      <a:r>
                        <a:rPr sz="18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Format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A single integer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N.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636814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Output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Format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Print the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butterfly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pattern.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636814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Sample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Input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4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2759529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Sample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Output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*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*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* * *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*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* * * * *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*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* * * * *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*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* * *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*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*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*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9695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6926288"/>
              </p:ext>
            </p:extLst>
          </p:nvPr>
        </p:nvGraphicFramePr>
        <p:xfrm>
          <a:off x="457200" y="457200"/>
          <a:ext cx="8305801" cy="58674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49488"/>
                <a:gridCol w="6056313"/>
              </a:tblGrid>
              <a:tr h="67722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sz="1800" spc="-10" dirty="0" smtClean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2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Hollow Pyramid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Pattern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1C1C1C"/>
                    </a:solidFill>
                  </a:tcPr>
                </a:tc>
              </a:tr>
              <a:tr h="675344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Problem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Statement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Write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 program to print a hollow pyramid star pattern using nested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loops.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67722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Input</a:t>
                      </a:r>
                      <a:r>
                        <a:rPr sz="18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Format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A single integer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N.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67722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Output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Format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Print a hollow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pyramid of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height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N.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67722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Sample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Input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5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2483157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Sample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Output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2171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*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  <a:p>
                      <a:pPr marL="18161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*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*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  <a:p>
                      <a:pPr marL="14668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*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*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*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*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* * * * * * * *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*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4952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8950198"/>
              </p:ext>
            </p:extLst>
          </p:nvPr>
        </p:nvGraphicFramePr>
        <p:xfrm>
          <a:off x="533400" y="609600"/>
          <a:ext cx="8153401" cy="5715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08213"/>
                <a:gridCol w="5945188"/>
              </a:tblGrid>
              <a:tr h="5715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sz="1800" spc="-10" dirty="0" smtClean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Hourglass Star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Pattern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1C1C1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Problem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Statement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Write a program to print an hourglass pattern using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stars.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Input</a:t>
                      </a:r>
                      <a:r>
                        <a:rPr sz="18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Format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A single integer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N.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Output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Format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Print the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hourglass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pattern.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Sample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Input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4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28575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Sample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Output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R="4057015" algn="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* * *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*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  <a:p>
                      <a:pPr marR="4071620" algn="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* *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*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  <a:p>
                      <a:pPr marR="4085590" algn="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*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*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  <a:p>
                      <a:pPr marR="4099560" algn="r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*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  <a:p>
                      <a:pPr marR="4085590" algn="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*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*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  <a:p>
                      <a:pPr marR="4071620" algn="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* *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*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  <a:p>
                      <a:pPr marR="4057015" algn="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* * *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*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3418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9487652"/>
              </p:ext>
            </p:extLst>
          </p:nvPr>
        </p:nvGraphicFramePr>
        <p:xfrm>
          <a:off x="533400" y="609600"/>
          <a:ext cx="8153401" cy="5730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08213"/>
                <a:gridCol w="5945188"/>
              </a:tblGrid>
              <a:tr h="5715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sz="1800" spc="-10" dirty="0" smtClean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4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sz="1800" dirty="0" smtClean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Number Diamond </a:t>
                      </a:r>
                      <a:r>
                        <a:rPr lang="en-US" sz="1800" spc="-10" dirty="0" smtClean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Pattern</a:t>
                      </a:r>
                      <a:endParaRPr lang="en-US"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1C1C1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Problem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Statement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>
                          <a:latin typeface="Arial MT"/>
                          <a:cs typeface="Arial MT"/>
                        </a:rPr>
                        <a:t>Write</a:t>
                      </a:r>
                      <a:r>
                        <a:rPr lang="en-US" sz="1800" spc="-5" dirty="0" smtClean="0">
                          <a:latin typeface="Arial MT"/>
                          <a:cs typeface="Arial MT"/>
                        </a:rPr>
                        <a:t> </a:t>
                      </a:r>
                      <a:r>
                        <a:rPr lang="en-US" sz="1800" dirty="0" smtClean="0">
                          <a:latin typeface="Arial MT"/>
                          <a:cs typeface="Arial MT"/>
                        </a:rPr>
                        <a:t>a program to print a diamond-shaped pattern using </a:t>
                      </a:r>
                      <a:r>
                        <a:rPr lang="en-US" sz="1800" spc="-10" dirty="0" smtClean="0">
                          <a:latin typeface="Arial MT"/>
                          <a:cs typeface="Arial MT"/>
                        </a:rPr>
                        <a:t>numbers</a:t>
                      </a:r>
                      <a:r>
                        <a:rPr sz="1800" spc="-10" dirty="0" smtClean="0">
                          <a:latin typeface="Arial MT"/>
                          <a:cs typeface="Arial MT"/>
                        </a:rPr>
                        <a:t>.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Input</a:t>
                      </a:r>
                      <a:r>
                        <a:rPr sz="18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Format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A single integer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N.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Output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Format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sz="1800" dirty="0" smtClean="0">
                          <a:latin typeface="Arial MT"/>
                          <a:cs typeface="Arial MT"/>
                        </a:rPr>
                        <a:t>Print a number diamond</a:t>
                      </a:r>
                      <a:r>
                        <a:rPr lang="en-US" sz="1800" spc="5" dirty="0" smtClean="0">
                          <a:latin typeface="Arial MT"/>
                          <a:cs typeface="Arial MT"/>
                        </a:rPr>
                        <a:t> </a:t>
                      </a:r>
                      <a:r>
                        <a:rPr lang="en-US" sz="1800" spc="-10" dirty="0" smtClean="0">
                          <a:latin typeface="Arial MT"/>
                          <a:cs typeface="Arial MT"/>
                        </a:rPr>
                        <a:t>pattern.</a:t>
                      </a:r>
                      <a:endParaRPr lang="en-US"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Sample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Input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4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285750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Sample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Output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R="4057015" algn="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730" y="3590511"/>
            <a:ext cx="1676400" cy="1972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866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380285"/>
              </p:ext>
            </p:extLst>
          </p:nvPr>
        </p:nvGraphicFramePr>
        <p:xfrm>
          <a:off x="381000" y="457200"/>
          <a:ext cx="8382000" cy="58674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70125"/>
                <a:gridCol w="6111875"/>
              </a:tblGrid>
              <a:tr h="67722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sz="1800" spc="-10" dirty="0" smtClean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5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Hollow Diamond Star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Pattern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1C1C1C"/>
                    </a:solidFill>
                  </a:tcPr>
                </a:tc>
              </a:tr>
              <a:tr h="67722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Problem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Statement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Write a program to print a hollow diamond pattern of stars using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loops.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67722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Input</a:t>
                      </a:r>
                      <a:r>
                        <a:rPr sz="18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Format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A single integer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N.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67722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Output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Format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Print the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hollow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diamond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pattern.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67722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Sample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Input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5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2481276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Sample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Output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2171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*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  <a:p>
                      <a:pPr marL="14668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*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*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*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*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  <a:p>
                      <a:pPr marL="14668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*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*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  <a:p>
                      <a:pPr marL="217170">
                        <a:lnSpc>
                          <a:spcPct val="100000"/>
                        </a:lnSpc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*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3667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1047881"/>
              </p:ext>
            </p:extLst>
          </p:nvPr>
        </p:nvGraphicFramePr>
        <p:xfrm>
          <a:off x="457200" y="533400"/>
          <a:ext cx="8305800" cy="58674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5978"/>
                <a:gridCol w="6069822"/>
              </a:tblGrid>
              <a:tr h="67722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sz="1800" spc="-10" dirty="0" smtClean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6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3048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Palindromic Number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Pyramid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1C1C1C"/>
                    </a:solidFill>
                  </a:tcPr>
                </a:tc>
              </a:tr>
              <a:tr h="67722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Problem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Statement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Write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 program to print a palindromic number pyramid pattern using nested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lo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67722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Input</a:t>
                      </a:r>
                      <a:r>
                        <a:rPr sz="18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Format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3048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A single integer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N.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67722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Output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Format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3048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Print the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palindromic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number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pyramid.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67722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Sample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Input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3048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5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583166">
                <a:tc>
                  <a:txBody>
                    <a:bodyPr/>
                    <a:lstStyle/>
                    <a:p>
                      <a:pPr marL="76200">
                        <a:lnSpc>
                          <a:spcPts val="1155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Sample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Output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217170" marR="30480">
                        <a:lnSpc>
                          <a:spcPts val="1155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1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solidFill>
                      <a:srgbClr val="F4F4F4"/>
                    </a:solidFill>
                  </a:tcPr>
                </a:tc>
              </a:tr>
              <a:tr h="45148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146685" marR="30480">
                        <a:lnSpc>
                          <a:spcPts val="11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2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4F4F4"/>
                    </a:solidFill>
                  </a:tcPr>
                </a:tc>
              </a:tr>
              <a:tr h="45148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111125" marR="30480">
                        <a:lnSpc>
                          <a:spcPts val="11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3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4F4F4"/>
                    </a:solidFill>
                  </a:tcPr>
                </a:tc>
              </a:tr>
              <a:tr h="45148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30480">
                        <a:lnSpc>
                          <a:spcPts val="11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4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4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4F4F4"/>
                    </a:solidFill>
                  </a:tcPr>
                </a:tc>
              </a:tr>
              <a:tr h="54366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30480">
                        <a:lnSpc>
                          <a:spcPts val="1145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5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4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4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5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021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6907768"/>
              </p:ext>
            </p:extLst>
          </p:nvPr>
        </p:nvGraphicFramePr>
        <p:xfrm>
          <a:off x="457200" y="533401"/>
          <a:ext cx="8209722" cy="58011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23466"/>
                <a:gridCol w="5986256"/>
              </a:tblGrid>
              <a:tr h="791064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sz="1800" spc="-10" dirty="0" smtClean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7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Zig-Zag Star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Pattern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1C1C1C"/>
                    </a:solidFill>
                  </a:tcPr>
                </a:tc>
              </a:tr>
              <a:tr h="791064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Problem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Statement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Write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 program to print a zig-zag star pattern using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loops.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791064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Input</a:t>
                      </a:r>
                      <a:r>
                        <a:rPr sz="18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Format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A single integer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N.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791064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Output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Format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Print a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zig-zag pattern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of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stars.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791064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Sample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Input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9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1845817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Sample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Output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2171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*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*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  <a:p>
                      <a:pPr marL="14668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* *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*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* *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*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9410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158142"/>
              </p:ext>
            </p:extLst>
          </p:nvPr>
        </p:nvGraphicFramePr>
        <p:xfrm>
          <a:off x="457200" y="533400"/>
          <a:ext cx="8001001" cy="30670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6938"/>
                <a:gridCol w="5834063"/>
              </a:tblGrid>
              <a:tr h="766763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sz="1800" spc="-10" dirty="0" smtClean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8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Pascal’s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Triangle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1C1C1C"/>
                    </a:solidFill>
                  </a:tcPr>
                </a:tc>
              </a:tr>
              <a:tr h="766763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Problem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Statement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Write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 program to print Pascal’s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triangle centered with proper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spacing.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766763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Input</a:t>
                      </a:r>
                      <a:r>
                        <a:rPr sz="18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Format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A single integer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N.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766763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Output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Format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Print Pascal’s triangle aligned in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center.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9364374"/>
              </p:ext>
            </p:extLst>
          </p:nvPr>
        </p:nvGraphicFramePr>
        <p:xfrm>
          <a:off x="453886" y="3569804"/>
          <a:ext cx="8001001" cy="26877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66938"/>
                <a:gridCol w="5834063"/>
              </a:tblGrid>
              <a:tr h="498031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Sample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Input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5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514632">
                <a:tc>
                  <a:txBody>
                    <a:bodyPr/>
                    <a:lstStyle/>
                    <a:p>
                      <a:pPr marL="76200">
                        <a:lnSpc>
                          <a:spcPts val="1155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Sample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Output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217170">
                        <a:lnSpc>
                          <a:spcPts val="1155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1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solidFill>
                      <a:srgbClr val="F4F4F4"/>
                    </a:solidFill>
                  </a:tcPr>
                </a:tc>
              </a:tr>
              <a:tr h="3984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146685">
                        <a:lnSpc>
                          <a:spcPts val="11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1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4F4F4"/>
                    </a:solidFill>
                  </a:tcPr>
                </a:tc>
              </a:tr>
              <a:tr h="3984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ts val="11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2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1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4F4F4"/>
                    </a:solidFill>
                  </a:tcPr>
                </a:tc>
              </a:tr>
              <a:tr h="3984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1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3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1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4F4F4"/>
                    </a:solidFill>
                  </a:tcPr>
                </a:tc>
              </a:tr>
              <a:tr h="4797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145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4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6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4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1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3324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1461747"/>
              </p:ext>
            </p:extLst>
          </p:nvPr>
        </p:nvGraphicFramePr>
        <p:xfrm>
          <a:off x="457200" y="457200"/>
          <a:ext cx="8229600" cy="5943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28850"/>
                <a:gridCol w="6000750"/>
              </a:tblGrid>
              <a:tr h="74295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sz="1800" spc="-10" dirty="0" smtClean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9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Alphabet Pyramid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Pattern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1C1C1C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Problem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Statement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Write a program to print an alphabet pyramid pattern using capital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letters.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Input</a:t>
                      </a:r>
                      <a:r>
                        <a:rPr sz="18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Format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A single integer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N.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Output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Format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Print the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alphabet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pyramid.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Sample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Input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4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2228850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Sample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Output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2171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sz="1800" spc="-50" dirty="0" smtClean="0">
                          <a:latin typeface="Arial MT"/>
                          <a:cs typeface="Arial MT"/>
                        </a:rPr>
                        <a:t>         </a:t>
                      </a:r>
                      <a:r>
                        <a:rPr sz="1800" spc="-50" dirty="0" smtClean="0">
                          <a:latin typeface="Arial MT"/>
                          <a:cs typeface="Arial MT"/>
                        </a:rPr>
                        <a:t>A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  <a:p>
                      <a:pPr marL="146685">
                        <a:lnSpc>
                          <a:spcPct val="100000"/>
                        </a:lnSpc>
                      </a:pPr>
                      <a:r>
                        <a:rPr lang="en-US" sz="1800" dirty="0" smtClean="0">
                          <a:latin typeface="Arial MT"/>
                          <a:cs typeface="Arial MT"/>
                        </a:rPr>
                        <a:t>      </a:t>
                      </a:r>
                      <a:r>
                        <a:rPr sz="1800" dirty="0" smtClean="0">
                          <a:latin typeface="Arial MT"/>
                          <a:cs typeface="Arial MT"/>
                        </a:rPr>
                        <a:t>A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B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A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  <a:p>
                      <a:pPr marL="111125">
                        <a:lnSpc>
                          <a:spcPct val="100000"/>
                        </a:lnSpc>
                      </a:pPr>
                      <a:r>
                        <a:rPr lang="en-US" sz="1800" dirty="0" smtClean="0">
                          <a:latin typeface="Arial MT"/>
                          <a:cs typeface="Arial MT"/>
                        </a:rPr>
                        <a:t>   </a:t>
                      </a:r>
                      <a:r>
                        <a:rPr sz="1800" dirty="0" smtClean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800" spc="-5" dirty="0" smtClean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B C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B </a:t>
                      </a:r>
                      <a:r>
                        <a:rPr sz="1800" spc="-50" dirty="0" smtClean="0">
                          <a:latin typeface="Arial MT"/>
                          <a:cs typeface="Arial MT"/>
                        </a:rPr>
                        <a:t>A</a:t>
                      </a:r>
                      <a:endParaRPr lang="en-US" sz="1800" spc="0" dirty="0" smtClean="0">
                        <a:latin typeface="Arial MT"/>
                        <a:cs typeface="Arial MT"/>
                      </a:endParaRPr>
                    </a:p>
                    <a:p>
                      <a:pPr marL="111125">
                        <a:lnSpc>
                          <a:spcPct val="100000"/>
                        </a:lnSpc>
                      </a:pPr>
                      <a:r>
                        <a:rPr sz="1800" dirty="0" smtClean="0">
                          <a:latin typeface="Arial MT"/>
                          <a:cs typeface="Arial MT"/>
                        </a:rPr>
                        <a:t>A</a:t>
                      </a:r>
                      <a:r>
                        <a:rPr sz="1800" spc="-5" dirty="0" smtClean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B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C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D C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B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A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4982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6988999"/>
              </p:ext>
            </p:extLst>
          </p:nvPr>
        </p:nvGraphicFramePr>
        <p:xfrm>
          <a:off x="381000" y="457200"/>
          <a:ext cx="8382000" cy="59739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70125"/>
                <a:gridCol w="6111875"/>
              </a:tblGrid>
              <a:tr h="59452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lang="en-US" sz="1800" spc="-10" dirty="0" smtClean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10</a:t>
                      </a:r>
                    </a:p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Numeric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Hollow</a:t>
                      </a:r>
                      <a:r>
                        <a:rPr sz="1800" spc="-2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solidFill>
                            <a:srgbClr val="FFFFFF"/>
                          </a:solidFill>
                          <a:latin typeface="Arial MT"/>
                          <a:cs typeface="Arial MT"/>
                        </a:rPr>
                        <a:t>Diamond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1C1C1C"/>
                    </a:solidFill>
                  </a:tcPr>
                </a:tc>
              </a:tr>
              <a:tr h="59452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Problem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Statement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Write</a:t>
                      </a:r>
                      <a:r>
                        <a:rPr sz="1800" spc="-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dirty="0">
                          <a:latin typeface="Arial MT"/>
                          <a:cs typeface="Arial MT"/>
                        </a:rPr>
                        <a:t>a program to print a hollow diamond pattern using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numbers.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59452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Input</a:t>
                      </a:r>
                      <a:r>
                        <a:rPr sz="1800" spc="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Format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A single integer </a:t>
                      </a:r>
                      <a:r>
                        <a:rPr sz="1800" spc="-25" dirty="0">
                          <a:latin typeface="Arial MT"/>
                          <a:cs typeface="Arial MT"/>
                        </a:rPr>
                        <a:t>N.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59452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Output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Format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Print a hollow diamond with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numbers.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594525"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Sample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Input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4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lnB w="6350">
                      <a:solidFill>
                        <a:srgbClr val="80808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  <a:tr h="511952">
                <a:tc>
                  <a:txBody>
                    <a:bodyPr/>
                    <a:lstStyle/>
                    <a:p>
                      <a:pPr marL="76200">
                        <a:lnSpc>
                          <a:spcPts val="1155"/>
                        </a:lnSpc>
                        <a:spcBef>
                          <a:spcPts val="300"/>
                        </a:spcBef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Sample </a:t>
                      </a:r>
                      <a:r>
                        <a:rPr sz="1800" spc="-10" dirty="0">
                          <a:latin typeface="Arial MT"/>
                          <a:cs typeface="Arial MT"/>
                        </a:rPr>
                        <a:t>Output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217170">
                        <a:lnSpc>
                          <a:spcPts val="1155"/>
                        </a:lnSpc>
                        <a:spcBef>
                          <a:spcPts val="300"/>
                        </a:spcBef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1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3810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808080"/>
                      </a:solidFill>
                      <a:prstDash val="solid"/>
                    </a:lnT>
                    <a:solidFill>
                      <a:srgbClr val="F4F4F4"/>
                    </a:solidFill>
                  </a:tcPr>
                </a:tc>
              </a:tr>
              <a:tr h="3963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146685">
                        <a:lnSpc>
                          <a:spcPts val="11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1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4F4F4"/>
                    </a:solidFill>
                  </a:tcPr>
                </a:tc>
              </a:tr>
              <a:tr h="3963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ts val="11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1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4F4F4"/>
                    </a:solidFill>
                  </a:tcPr>
                </a:tc>
              </a:tr>
              <a:tr h="3963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ts val="11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1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4F4F4"/>
                    </a:solidFill>
                  </a:tcPr>
                </a:tc>
              </a:tr>
              <a:tr h="3963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ts val="11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1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4F4F4"/>
                    </a:solidFill>
                  </a:tcPr>
                </a:tc>
              </a:tr>
              <a:tr h="3963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146685">
                        <a:lnSpc>
                          <a:spcPts val="1100"/>
                        </a:lnSpc>
                      </a:pPr>
                      <a:r>
                        <a:rPr sz="1800" dirty="0">
                          <a:latin typeface="Arial MT"/>
                          <a:cs typeface="Arial MT"/>
                        </a:rPr>
                        <a:t>1</a:t>
                      </a:r>
                      <a:r>
                        <a:rPr sz="18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0" dirty="0">
                          <a:latin typeface="Arial MT"/>
                          <a:cs typeface="Arial MT"/>
                        </a:rPr>
                        <a:t>1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4F4F4"/>
                    </a:solidFill>
                  </a:tcPr>
                </a:tc>
              </a:tr>
              <a:tr h="47727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80808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marL="217170">
                        <a:lnSpc>
                          <a:spcPts val="1145"/>
                        </a:lnSpc>
                      </a:pPr>
                      <a:r>
                        <a:rPr sz="1800" spc="-50" dirty="0">
                          <a:latin typeface="Arial MT"/>
                          <a:cs typeface="Arial MT"/>
                        </a:rPr>
                        <a:t>1</a:t>
                      </a:r>
                      <a:endParaRPr sz="1800" dirty="0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80808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9427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</TotalTime>
  <Words>533</Words>
  <Application>Microsoft Office PowerPoint</Application>
  <PresentationFormat>On-screen Show (4:3)</PresentationFormat>
  <Paragraphs>157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MT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Nidhi Shalya</cp:lastModifiedBy>
  <cp:revision>29</cp:revision>
  <dcterms:created xsi:type="dcterms:W3CDTF">2025-10-14T08:24:07Z</dcterms:created>
  <dcterms:modified xsi:type="dcterms:W3CDTF">2025-11-04T08:35:54Z</dcterms:modified>
</cp:coreProperties>
</file>